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597" r:id="rId3"/>
    <p:sldId id="598" r:id="rId4"/>
    <p:sldId id="59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41A97-B1CA-4967-A821-811CEE65A7F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7C61B-FF48-4598-B79F-9C9F9782A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81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TBD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957E5-0019-4B3C-B38F-A6B45C7208A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56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TBD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957E5-0019-4B3C-B38F-A6B45C7208A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93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TBD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957E5-0019-4B3C-B38F-A6B45C7208A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36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C5352-2365-4C50-A8B8-29A4FAB79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B0F260-98B3-4FE1-92FF-0CB5F9EC5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5C15DB-2DC5-4F15-80FA-420BD534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F7DCD-39C9-4223-B979-9AEC7478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CADB5-21B1-44CC-A44F-DE4E7EE7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9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BB53B-4D16-4920-8B6C-07E19B1A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C743A-D671-40C9-A712-5C8BE652B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33FC5-79AD-49F4-9FB6-519E0D8B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37C7C5-C78B-43DD-9187-26ACDA93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627AC-7D0C-462C-A1DC-9C69E29A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09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12C5F-E0B2-47DE-A499-66661226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F69EB8-7EBA-411A-B64B-AEE79E86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334326-1DD8-4B84-810D-0BC4C0D8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68E524-040B-4A10-80B4-5ED0E51B8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A28FE-7930-40B3-AB61-AB1A5984A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93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F4245-29DE-481B-B792-1617B050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B61B5B-84BB-4B7C-9B18-A73F5B3CD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0F3C1A-22B8-4547-8268-5CDD306A5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E34015-0148-4488-8F15-7BF9A18F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AC4F1E-158A-454F-98BC-BB0C4150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BEF751-6E26-4239-80FB-9FBD1AD8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82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437C1-72DF-4985-A154-0393222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EEE4CF-3897-4498-941C-BB967C2E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870818-C8CB-4F71-92C0-477540CB0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D8732B-A122-4523-AED7-90692028C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96B2B3-5FC9-47D3-AA26-05D37A2C1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8AF2E1-06EB-449F-A732-809DF226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A0650F-F1DF-42B0-A64C-BE2CD771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E72827-31F8-4DC5-BE6B-9168315D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0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A9406-37E6-42CC-9550-BD93BB77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3510E0-3F49-48CE-8A5F-965968FD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7B4A82-FC31-42CA-9987-DDD3EB8D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E545FD-CFF5-4AAD-A7B8-ECC80B4C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03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AD7F93-3EDF-4DD1-908D-293BA91D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1D7183-C106-4B9A-856F-E0C2138E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F5F645-17CB-428F-8BBD-3EDC066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0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7293C-4864-4E28-A55D-A8093624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FD628-49FA-4108-BFAE-5C9B6FB6F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C41837-462D-4303-9F24-757BA3DB4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1ABB18-D985-4C13-A803-35D91A0E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A29DEF-74F7-4081-A8A4-65CB112F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3907F0-F5C4-4682-A65C-7F2B1889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63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1166C-608C-4BE4-8628-D3B5261C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673BF2-24EF-405D-8084-794BE57EF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8A35B1-5B66-4333-86C0-23468038D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03CAA6-E9BA-4DBB-8C29-E37D76D5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84450D-A5DC-4B41-B0EC-DFC36D3B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CBC9EC-4E97-4A56-8A3D-7229E6D9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37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069C3-D816-484B-A44D-9FE8DA05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7B4628-8C9C-473B-9195-2E9742F4C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342A99-89F6-45BA-A04E-7C32B6FA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757050-14E3-4E15-B7F1-37C92AE0A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0D47BA-2AB7-4A29-9052-784B3023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495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8B2486-F6A2-478C-97EE-61241CB67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A2DDA5-BF16-40EA-9B0F-4CFCEACDF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F77BC1-EA9F-4DBC-BCDA-B6CC9332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28B7EA-F848-4A23-B386-DE162E02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700E93-5AFB-4074-ACB3-7E5E6FF2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00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 userDrawn="1"/>
        </p:nvSpPr>
        <p:spPr>
          <a:xfrm>
            <a:off x="-13590" y="200742"/>
            <a:ext cx="1034249" cy="671963"/>
          </a:xfrm>
          <a:custGeom>
            <a:avLst/>
            <a:gdLst>
              <a:gd name="connsiteX0" fmla="*/ 0 w 1090990"/>
              <a:gd name="connsiteY0" fmla="*/ 0 h 708790"/>
              <a:gd name="connsiteX1" fmla="*/ 738346 w 1090990"/>
              <a:gd name="connsiteY1" fmla="*/ 0 h 708790"/>
              <a:gd name="connsiteX2" fmla="*/ 1090990 w 1090990"/>
              <a:gd name="connsiteY2" fmla="*/ 299606 h 708790"/>
              <a:gd name="connsiteX3" fmla="*/ 1090990 w 1090990"/>
              <a:gd name="connsiteY3" fmla="*/ 409184 h 708790"/>
              <a:gd name="connsiteX4" fmla="*/ 738346 w 1090990"/>
              <a:gd name="connsiteY4" fmla="*/ 708790 h 708790"/>
              <a:gd name="connsiteX5" fmla="*/ 0 w 1090990"/>
              <a:gd name="connsiteY5" fmla="*/ 708790 h 708790"/>
              <a:gd name="connsiteX6" fmla="*/ 0 w 1090990"/>
              <a:gd name="connsiteY6" fmla="*/ 0 h 70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90" h="708790">
                <a:moveTo>
                  <a:pt x="0" y="0"/>
                </a:moveTo>
                <a:lnTo>
                  <a:pt x="738346" y="0"/>
                </a:lnTo>
                <a:cubicBezTo>
                  <a:pt x="933106" y="0"/>
                  <a:pt x="1090990" y="134138"/>
                  <a:pt x="1090990" y="299606"/>
                </a:cubicBezTo>
                <a:lnTo>
                  <a:pt x="1090990" y="409184"/>
                </a:lnTo>
                <a:cubicBezTo>
                  <a:pt x="1090990" y="574652"/>
                  <a:pt x="933106" y="708790"/>
                  <a:pt x="738346" y="708790"/>
                </a:cubicBezTo>
                <a:lnTo>
                  <a:pt x="0" y="708790"/>
                </a:lnTo>
                <a:lnTo>
                  <a:pt x="0" y="0"/>
                </a:lnTo>
                <a:close/>
              </a:path>
            </a:pathLst>
          </a:custGeom>
          <a:solidFill>
            <a:srgbClr val="002F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96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3" name="组合 18"/>
          <p:cNvGrpSpPr/>
          <p:nvPr userDrawn="1"/>
        </p:nvGrpSpPr>
        <p:grpSpPr>
          <a:xfrm>
            <a:off x="486696" y="334658"/>
            <a:ext cx="404112" cy="40413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0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665">
                <a:defRPr/>
              </a:pPr>
              <a:endParaRPr lang="zh-CN" altLang="en-US" sz="2399" kern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8665">
                <a:defRPr/>
              </a:pPr>
              <a:endParaRPr lang="zh-CN" altLang="en-US" sz="2399" kern="0">
                <a:solidFill>
                  <a:sysClr val="window" lastClr="FFFFFF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1112031" y="357049"/>
            <a:ext cx="10242484" cy="818866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2276" b="1" kern="1200" dirty="0" smtClean="0">
                <a:solidFill>
                  <a:srgbClr val="002F71"/>
                </a:solidFill>
                <a:latin typeface="Arial" panose="020B0604020202020204"/>
                <a:ea typeface="微软雅黑" panose="020B0503020204020204" charset="-122"/>
                <a:cs typeface="Arial" panose="020B0604020202020204" pitchFamily="34" charset="0"/>
              </a:defRPr>
            </a:lvl1pPr>
            <a:lvl2pPr marL="433517" indent="0">
              <a:buNone/>
              <a:defRPr/>
            </a:lvl2pPr>
            <a:lvl3pPr marL="867034" indent="0">
              <a:buNone/>
              <a:defRPr/>
            </a:lvl3pPr>
            <a:lvl4pPr marL="1300551" indent="0">
              <a:buNone/>
              <a:defRPr/>
            </a:lvl4pPr>
            <a:lvl5pPr marL="1734068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70823" y="1006911"/>
            <a:ext cx="10943167" cy="5000626"/>
          </a:xfrm>
        </p:spPr>
        <p:txBody>
          <a:bodyPr/>
          <a:lstStyle>
            <a:lvl1pPr marL="456999" indent="-456999" algn="l" rtl="0" eaLnBrk="1" fontAlgn="base" hangingPunct="1">
              <a:lnSpc>
                <a:spcPct val="150000"/>
              </a:lnSpc>
              <a:spcBef>
                <a:spcPct val="28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l"/>
              <a:defRPr kumimoji="0" lang="zh-CN" altLang="en-US" sz="1896" b="0" i="0" u="none" strike="noStrike" kern="1200" cap="none" spc="0" normalizeH="0" baseline="0" noProof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defRPr>
            </a:lvl1pPr>
            <a:lvl2pPr marL="379327" indent="0">
              <a:buNone/>
              <a:defRPr kumimoji="0" lang="zh-CN" altLang="en-US" b="1" i="1" kern="1200" dirty="0" smtClean="0">
                <a:solidFill>
                  <a:schemeClr val="tx1"/>
                </a:solidFill>
                <a:latin typeface="Adobe 宋体 Std L" pitchFamily="18" charset="-122"/>
                <a:ea typeface="Adobe 宋体 Std L" pitchFamily="18" charset="-122"/>
                <a:cs typeface="华文细黑" panose="02010600040101010101" pitchFamily="2" charset="-122"/>
              </a:defRPr>
            </a:lvl2pPr>
            <a:lvl3pPr marL="758655" indent="0">
              <a:buNone/>
              <a:defRPr b="1" i="1">
                <a:ea typeface="Adobe 黑体 Std R"/>
              </a:defRPr>
            </a:lvl3pPr>
            <a:lvl4pPr marL="1300551" indent="0">
              <a:buNone/>
              <a:defRPr/>
            </a:lvl4pPr>
            <a:lvl5pPr marL="1734068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endParaRPr lang="zh-CN" altLang="en-US" dirty="0"/>
          </a:p>
          <a:p>
            <a:pPr marL="704465" lvl="1" indent="-325138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12085" y="6586182"/>
            <a:ext cx="1383948" cy="136512"/>
          </a:xfrm>
          <a:prstGeom prst="rect">
            <a:avLst/>
          </a:prstGeom>
          <a:solidFill>
            <a:srgbClr val="002F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6675" tIns="43336" rIns="86675" bIns="4333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96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pic>
        <p:nvPicPr>
          <p:cNvPr id="5" name="图片 4" descr="_小丁丁_ -03"/>
          <p:cNvPicPr>
            <a:picLocks noChangeAspect="1"/>
          </p:cNvPicPr>
          <p:nvPr userDrawn="1"/>
        </p:nvPicPr>
        <p:blipFill rotWithShape="1">
          <a:blip r:embed="rId2" cstate="print"/>
          <a:srcRect t="29722" b="33918"/>
          <a:stretch>
            <a:fillRect/>
          </a:stretch>
        </p:blipFill>
        <p:spPr>
          <a:xfrm>
            <a:off x="10324081" y="6222161"/>
            <a:ext cx="1839337" cy="66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7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B854C0-E43C-4637-8A1F-E05E0DC2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AFB8A3-6230-4E9A-A02C-DAE814FD6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C12F00-1449-4BA0-B984-B60899120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5A1AD-C2BA-4BF6-B186-1732C347D87C}" type="datetimeFigureOut">
              <a:rPr lang="zh-CN" altLang="en-US" smtClean="0"/>
              <a:t>2021/3/22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641574-8B31-4277-A154-A526F515B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425FB3-A0ED-47AE-AE99-485B5B568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A78B4-9CC2-4847-B1B7-827A36C63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02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28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data:image/jpeg;base64,/9j/4AAQSkZJRgABAQEAAQABAAD/2wBDAAMCAgMCAgMDAwMEAwMEBQgFBQQEBQoHBwYIDAoMDAsKCwsNDhIQDQ4RDgsLEBYQERMUFRUVDA8XGBYUGBIUFRT/2wBDAQMEBAUEBQkFBQkUDQsNFBQUFBQUFBQUFBQUFBQUFBQUFBQUFBQUFBQUFBQUFBQUFBQUFBQUFBQUFBQUFBQUFBT/wAARCADcAR8DASIAAhEBAxEB/8QAHQAAAQQDAQEAAAAAAAAAAAAABQIDBAYBBwgACf/EAE0QAAEDAgQCBgUJBAgFAwUBAAECAwQFEQAGEiETMQciQVFhcRQygZHRFSNCUpKTobHSCENTwRYzYnKCg+HwJFRjc6MXosIJJUSy8eL/xAAbAQABBQEBAAAAAAAAAAAAAAACAAEDBAUGB//EADIRAAIBAwMCBAUDAwUAAAAAAAABAgMRIQQSMUFREyJhcQWBkaHwsdHhMlLBFBUjJEL/2gAMAwEAAhEDEQA/APnjRFU52F8lGmQXZ9XjMxYlQeqimW4ThlAlx66ghIKUlJC7JSCF32NzFYap+RpFQp1dplMzRPQuq00zoNccdBlpUltuYnhmykpUFKTfqug3PIHC+j2p0qFEeMqoZZiLDELSatRXZekicgrJKUK2Sm5c2VrbJQEkm4xm+vU6i57zjUaX/RvMMasyqrESzGpK2YkVpbp4ciK0sWYuk6mQCotpsDvjtLPdYrlyndEYpfR1Ky6VZUl5gOZmUIzDHzg24jgKppkBkRgotFvrbyuaXBwr3JGNTUWpU+FUYM12liTEhvRlyIyZq2lyAld1gKG6SsAi6fU5jBHLuSaLV8sNVKbnSm0ecupKhKpkmO+pxDAYLgllaUFJbKwGtIJXqUDptvgXS5beW5kSelFPqa2XI8r0SbHLra1JVqLS0mwUnayhfcHF2gsPNyOeQlBzfBbVmBMqmSJUWZDejU2P8pOpTTlLfQ6Fbf1qQAsaFbKK9R3FxGpVShMKMurQFVUOIfRczVNK4qm7IcNrnqqIV/a5HAd2SZ1TdkhtqOXXS5w2U6W29SibJHYkdg8MWuqVpim5iqLzUTL9RQ6uQyG48VfoqQtGgONoJFtN9SDeyTuNt8X4pR4IZcjuXsr5kzbmWDk2nyWnp1UcZLTMmpNsxlrDRLepxaggFKFKAub7lI3NidRk1vpDoyZeT8us0lvL1Ogxqw9LrSFGfLflFpEhCXSnSFF1lJQ3qQ2E6lKsq+CXRBmSFQ82UfLr0PIEqM5VGKiut5vhPPx0hMdaTHfUggmOS71kFIBcQ2VKATtTspUyK7AquYnKzRmZFDXFkN0Wprc4tTKnglTbSUghYQOs4FKT1CbEnkDlJzxi1vvjp/ngC1kGK9QYuT6VEiVShBNRV6fEVNRU0OIXIbdSgOaE3AS3ZSeZS5e4NhjZtYyzAy90+ycvUro/nZfqEF+YXaFFzi246GTTmyhpM9PVuhSZLpUCdSXeER1LK1fV3GMyUuNMacy5RlOGbN9Dp7bjTrQLwPBULKBFj82L7ITYna5t1WjUzoqpbkRD/R3nwQa3IaTJirflOzEOQUJDgJ0BUZBWdJIBDyFWuBfByTc1nLT7+hX6Ow1lrPuUsu1ugS2MvVuA1DVSH5rcDMbrS5MiPqMl5C0JBaLqiCgAktG5SsXtivTWC/HnT5cOW5DkNKfg8aoBxTCFP2uo26/aDsm5Oqwvg3Sc+QW0wK07lfKa/kVdLaXSn2nL1ER0qS4txGuyw6UjjbhJJF0lRvgJlirtxKhNrAgUdbjDjctiDUErW0oh9C+E22oniA7pUlZN0agSd7y01tbaWbdyrPOCdl/Is2s0mTNj1qkQmmabKmlmdUkMPLQ0UhTIbJuXXNQLbY3WEnsF8WBzMVEzky7SKLlmJlmoyKmueiqya48W2YyYgQYtnDoJU4hbgcVZRKwi4SMDFZwjwJVarUam5clzMyMT48qlKpQ4NEDrqSlURJ6rK0/u1IN2xdPMm56Vn+LJySqqGl5JRWHMwOuqozNA0vhkwUN6wv1BGvuGb3DoLhBBthNzbvJexBjKRjO9MDlcyVTqWzApBm0WlqU5Hripjbj6mhd55Sj8w4SQSyLcPkkWsTUWGUxnn4klpqS+8nhsv+kgIYXrHXJB0qTsoXJt1r9l8FJGTKGy9BS1nOnPtyGoK3ViO8BHU+m7qFXTYlk2CikkHvBuMD6fFiqlBS6jCaEYBSOM2stv/OAHUAm5Gkkna+kWti3TaUbJ3+TKdTMrtFurO8AZeTFQ1XaTKqL9QrQrSnWZqClAKENk6EkcJfWT1nNQCvVw3ld2mrqcKAuiel1JUtDgfFWXHCmQyq7Wrkk6rL1cxbTvfD9bgUtmXUKszWsrSXJ71TaVTY8N1LMYI08NbSLaUcTWS1ZRA08yQQA0GVHnqRR1qpEFD8hD/wAquMqCmwlsjQVg30X3tb17G+2GhZQx+PqRyTTyXjLvRXmSTOy3UKuzDrtLLdIf9ANfYaW7DlyVNMx0L4hLOpSXEmwuyFBSwm4x7NFHplRlTKfQcqooE7L66nIqrxrqZbTrKZellDZVZKuChSW9SCrjeva53iZypdOqlChVVFcydHk02g01PydRm3WZM5a1uBwvak6Vy2xZT67hJSUaNVjhx+tQqbkPLLDMPKc6Q/CnRliOy4anGKpOpLkpZITxLJHBKbkNkgg7YrQlJtSvni2V9c5GmoxTx/n/AAWnLuUYkjNkmEcmKqDaDPUIScxNs6Q1DU7/AFp/hkB3fnbQe3A+DBh1KIv0OhyERC5DQ6n5TslToSsLJCgL6yCobdS5AIuRiXlSLFTnOVLdeykptbMxsszEuehD/hlWKUjcKJI4fZxALdmFTZTLLzTbUOjvt8OM5riIWU3S1Ygkn1iVdbxHfiwrufyXf19ShUmoxIcKLCbiLRKpzrsh5tCYryZVg2eJ1iRbe6bptyF78+SZMZLTimUtqbLbihpK9QAv6vdtyvglEdRGjuNmLEkKfbQOIUkqb0r1bb9UmwB57Y880hwawhtGpSjoQdwL8vLuxPbN2Z0qtxh+J6GISlx1tNuNIcN1hRcBJuoW9W9uRw/HcQhTtkuBCwoJAVa3dq78ec0KUwoMoSG0hKgCeuQb3PnjzISVPq0NpulRCVHlv2e/D9LC3biS1/PExhXLEBk7+3E1k8sMRhBk2tgzS061g+OAjJtbFgo3MeeI5cEbLhS41wm+LRDjBCbkb4BUgAlPniyoNgB4Yy6jbYw6jkNrYUUhe2EIO2MgkG98RCIclm3ZgRLsOWDso9W+AU1wDFimyGR878o1Mf0SrEOoysyxqC/CgtT1U+mtvMpZE5KiVKUU2AAUpu6khbgCSQL3l5bq0qnys4RKJMzN/RAUmsMUl5mlodcfiKWm4k8w22oBsurQToNgCL4quVstZhzrBfi5eS/wG0xIk1pyooaQ6t2QEMjStSQU8RSbDkk9YkDfE5UKrdGcms0vMzM9CjHqNGZZp9VShDMpCw26F6CoLaC02UgEJXsQSAL41rs9mDkquwem2qmv5yruYqr0hVGoFElEClMuNrgtQ7IcRoKfnErbSkoCLFAUoqBG9QyvWptNzTRZkqZJprMSTFcMtmMl1bCELBbWlKhZVtyL7G3byxZ3pOWcyzXovRxl6tUHMLs5T8J96tpVwoSYfzrJOhF3CtLq9d0jQdFjzNRyfTncx5mpMNxiTUo8iZHjLiMSEtuOhSwkISpWyTzAJFh4YuU8JkbLhWZuYM5ZbQvMTtaeotGp8l/LUg0dKWn23Kjd0qWkJHDU669dZKwldkA7BJr0t8VirT15nnSYU4mQ64kRAFGRpuhJT1dIUoWO3VG+LFUJ1SruWo1Oy47mJtFCpjsesRpdV1xmkLnlSEMt3AS3qcZugAguAqttrISHQJU6t1RqsQZ9QqTTEx18oko1h1tF+IoqvrCTckA3I5d2LNHEb8EMgscxwofRBOy5EzNIWH6/EnCjmktoS5piuoVIMm5WChSy2GtkkK17kkC6Tuk7NrmXaVEyrWX8x09qhUWHVAMssITTnY8xx2JE1hCioJdIs5cF7VpVcJtjU7TmXl5KeaUxPTmkVBCkPh5BhmFwlBSSjTq4vEKCDe2m4sCN9n0J6HG6L821LKDed4SYUGiLqz7dUZRAFQEtZLshtKUqW0VBBYSLrbXcqUdiSnBbk7XyD0ZS11GoCqVyqVhaqfKqbckqU7T06H3i6OIgJKQG7LvukdQi2L1V6xmqXmGbnqf6UOkKZUZcGdSjlpLbTbYhp4jmnRwgoNrIU0EXSAlavW3pFTlu1CiwJ1XcrcqTKTMdZkPSgttb6nrqWL3Va+orJN1KNweeNgURfSVVKs9MzHLzlNiPSJ5ddhzyp9c5EG6yS4oi/C4YUefDulFz1TJKN8sq9wzCzFVGeknITKK8DEQzlziVU5RB9CWmOn0dCYunVK0JUqyxcvBN0XSRfXUWoVJzNVAmZaluVCtRpLbkFdPgBl1uR6SVMaEJFisrUgpFuagm3ebyRnyYiVTa5mGt5wciUqoQWnJlHmI4zDDaFhKGlOHZxIA0fQ9a+5uarT6+YK6pIanVNiY+tDsd9h7SoupdCwtxXPUPWChuFAHB0qbjdenyK85L7l6bzFnVus5xk09yvKzXUoVSbzq25TRqTHcfSZPFTou0kqtrJSjQqwukbYi5XzH0g07J8SLRPlVOXm6pIksKjQeKwJyomh8heg3X6ON03Nkgqte5A6gsZgzcxXJNFVLNQjUyVPzFNcqoQZkUupLhWFKSXBqWjUgais72NsP5dbr1GylDq0tyoOZOXUJUZhqLUwzacYyQtYbBJCtCm7q06VJGkkgBOJUrYsitLObhasZ6ZqOdsnVRGYqrKZpdMpkRU1+Eyl2GWGUpU20gdVxLZSQkrAUoAX1c1B4L78uPU0syJzinmQkJbihXGu+mwVb1bm3I89r9hEUWTRoyh8pwpEkB9pRLL/DPDF+Inkdz1bHsxMpDNQn8VNI9IbQktpUlMi1rugN33F+uU22sDY7YsxgoKy6FOc7vcbAm1ap0To2y7Tp1QrEBlo1lhunyaI23HbcWGUrbQ8oanCooAcBuWtKR1b3VDyrXnWExITNXmMyBUBI4DdKQ+q3oq0F2x3URfTo5WJV2YEPrrlSn1Wk16TU6s5SkzXvRVz+KmNIv8891lKSq6kAq09ZVgbm2JlIQzS2GKw9Gq7IaqCY5mxZiEFIUwSG0mxVruQq/IpBTzwMIqKd+r/OQJSu7osWUM7x8h1GiU3L+aZMaiVNyk1CvSZFHacchS475ds2heouJZUdQKSkOclJIwRrGd831NlxtT787L6kVFEKa5Rmo4fjPTeJIcGlFk3eA1AKIbV1EkAWKG+hyXKrGU3oeVK6mjOxaKuqap0ZT0hc1woQ5HPJtLukpbDgJSUkrIBGJGbm6jl+iZbhR28y0WIpNRiojVGoJca4QnOBTDKGraNJQOICAFrBIBTYmKMYOaccv1t29COpvjB34HMq0VqpgUufLkw1MpkyCy3Ty8tCks6k6rEGyimxvskXUdsWZUolSQufdR9FshcAJWQlq1/JOwt9LngGxKnxa3M9AdqTFUu+l5bsgF3glFlJUpPPbUDvy78EJT7spaahHVJLTYaZ4zy7qCwgC1x2dU28LYs5crmFUl0XJPp7xbgSwJOgFpocP0XVr+d7Tbq22N+3YYiPfOOLFwpKVKKVBGnV28v5eOFw5iY0N9pbktBdbb0pbWAhVl3Ood3d44Zcd4iybqUm5I1m53OCtZlW45IF3IvXTZKEb6LW37e/z7fZiK4opW7YJUFXBOnsvz8MTQpx9xskqVosAe1I8MR5KXWlLuVBK73JPMXvvhWHjNNkdk2IxMZVcjEBB32xNh9ZxIPfgSd8BiFHK7XwfpbWhQFrb4HwE2QNsFIzvDUCN98QyyijKbuWulu6ALnFnjuh1Asd8UeLMCe0HBqFU7WsRihOD5JYu6LOkjCtQ0knApFTFsJdqYKdjbEO1sIkzpAsRflivT5A7+3C5c+1974BTZuo2v24tUoMZnzlFAbqdDkz0TaTGVT4jKzE46hIlFbpSdCbHUtPrKGwCd/DGaUtnLtOekyItMq5qcJ+M2w6tZdgrukB4BJGlY5puSCCbi2I9EM2kVSm1GkNKmy4zjEoBcPioQ6HOokoUClaSoAWIIVe1jywfqOda7Jdqsp1ltU6cmc3UW10hlttoPPBx3RYdU6uVkp4fqptfGInfB6+EekmiRan0u1amwnspUmPe6FUKctdHRaOFkNvOXUdRBG/0yRytikLdbksLWmM0hSAhBAUdSjbdVieZ7cHqzlagQM1yYsDMrtQyshS0R8wLpjrSX1Ja1W4J6yTqIRYm4uFcjiLlufGYzLSZkibHhtR34+p52DxmkJFrqU2PXtbcdvZ34u03jAMhNTrdPqNPoLEaiRae9TY6m5TzbjilT1F1bgWsE9UhJSjq9iR7HEQmswyZj0UU+kNhD8pLbsggBCRq4aSq91diRzVhEKpyKaKg2iNHMWoJTrkyIQXpbD6VcRu4ukFSNO39pOH5PydVKnUnHamzHa1yX2XGYam0vKuShAQPUC+y+ye2+LEGuhFItNGplNzXJYyYxTsuUetTJrctvM8+rrZjMspiq1R1KUS2EqX1721a+rcgiykJpOYqS3X4NJpFHp+XItOYqVIeqriZFbdLqgt5tCiVErA+cS3YNpAUBvtDy70gqyQxGiQ6Ll2vxItQFQRMq1HQ+pxZjqbUyor9ZsayoIO2tCVAjtHT6HRIVSokSJmZqpR5kWM7UJiYrqE091Zs60UqALpatfUjZd9sSpXYHQjfKEJ6bUXU0psR3+J6NGDq9MXUrUnSb3VpFxvz5ne9718lxMyZUjv02BSaO+7UZ7oderh4yWkRULLJaWbAEBWlzmoq0mwA1UJDzdMlzo8dcaoR3NTCJTrBspGsWcSlW6SQBz3F8X6Auix61Lq3yxQFuyFVBgQXaY6Y7aRGJQ4hOmwKlKIQb7KSCb7jEk+Loqc3M0zMOVEz4lUcyTFfpMN6nsyqWa48lUwoYUl439ZIdWNdwDovpAUCTgbl8R6I8qrSKVT6myxwJrcSTLu3oS+CW1oCruBQSUKF7hJve+D+TM206qZuo82dEyZRkImwGXWZ9GW5FU20ypBdebQTrSuyS4L9Zagq6RfFPo8mTR8wUao0pxqXUW5DUqOy3H4gS8l0FCC2pNldYI6trG4Ft7YeC5RXmHxl9rN66zXET8uUAFiVVkUtUhbaUBLwSIrCSFEuHXdCCrdCSSoW3KQoMaryFZpQMqwI0x+VH+QXpa0KY0RgsL0bkIOoBB1G7iSmwtcC3IdNrb1UqtfrjtMq8liROTGbpJDb0zjgBhJRZLYUFLVqA0oKNNuwBYkJv012PUpLlMCEuXWphThCwklKCkWIuoBN+y9ziRK6wyrLHQn0GsxqUpDb9Ki1FaJDbyhIKrlKdV0Gx5G/4YlUV2Mqa007ChOiQpvQH3Vpbb+cuQo3uEkCyt7gG97i2HX81vT5UatvvQ0VOCmNHYiN09CWnG2mwgKVpASTZCQQRc6iRYADA6PNdEd5tttpxLqEJcIYF0WXcAG21ztcdhtiyvXqVZW6FrzHktMd12osVTL4jSn6g43Cg1DiKZQw4E6dNrgL1jhXuVpSTtiPleltrfiTH1UqSx6QuMIU2XwiVcJSgtVrEIFtlX3UAntxHLcGjUiG9BqSJtSlMyY8+mPQFD0BIUlKFBxV0qUoaj1fU02O5thcZyBU6Q3GmTYsEqnFxY9DUpxKAzYHWn6JULaR2nVh4328kckr3C02NHzHl5Vbp8el5dao8WFEfienLMqe8rWlUlDaySoki6wkgIBFuZJl0uM3QqNFkyRCqAq0VxMdDEvU5DWl6xLiE20myFkA7FK7+GJ9MzBTs05eep1Zl0TLLn/2qEh1FCK3yy0VpckpcQNlhJCnL9Z66QCNNjVoDMNEiohyotlqMg+jFLKwJR1gCwI6gIOvrbjTY94GHZ/nzIqqurov+W5DL4KFMNqdS28tTrr5Rq6u3mRuQO29sWdUVBkoWlEVDNm0FpEnUFKLd73599+4m2KLlmrNoSpl5MVKUNvHU8zrKiU2CfO427ATi1RpMWM0223NiSAHUL1KZUVWLZJG/wBEE2I77YN8mNUi7BCO4ylpSFRkuLcSjQ5xCNHW3NvEbYW4LEbJSNRGyr23wxAnsmG+FOxNaktaQ40SpXW30ns8e8YZelJCyUqTuo7IFhzwyKjTsWunNNhDZ4YHUB9a9/HwxmpMoVFcJSNgbb2xLazdRI+VmYyUoEzQkEBPI95P54p1Qr6paFJCkiwJ5+t2WGFF3KtOnUlO9rEVLnzpAPInE2K7pWk+OA7LmJ7SzpBsQO84TRpNYLbBlApG+CSXkgA392KfGlqbA7fPE9FQOntxHYpypO+CwqqHCPP3Ymw6sNutiqCQV7nfD7b1rWwLimHGNi7N1jb1vxx5dXuDvipJkq5ajh1L5PaScD4aCYbfqanBZJxFLpJ3OIYdvjHFwSikDY4MyXneoZcrUArq1VhUoSoq5Ypj+h/hMvBxPD1dXWg3UgqFgqxxYpmbVfKWZ6hIquZRSqwxPRTHnXkF6VxZAURKPIpURqc0c18sU6BIhUyrUeTMp7U6E2pl2TDElSRJQF3WgrTu2VAW23HMb4JTqKrMT9QqdNjxqXSktvzmKc5OC1R2A6BwklZ1LUNQ57qAJxzEUewYLHW1QzTXxTTmcdEhqjyoJmhnjKnCMkdfT82F24d7fQ5duKhRYiKpVoNPjxps9EhxtLkSOtKHXVciEGygDcmxIPeRix1h+BMLuZYlDbiZSfmPsRqB8sKdVHf4COvdR4igCUK1lPWKdJNgMV6mQXpdVgw4CEMTXFMlpz0kIAURe5USAm5I7dsW6fAEi31vM0yq5apMKmz8xS6TT6SiFWm5SEKYip9MUtKGdPJsFbZGuytZUPVsMVVtmj+kyipVQEMpe9EIQgrUof1Wve2n61vZgo6qNOpPFpVLNPYp0Jput3qfENQcMg2cCSBb1mxpRqA0BXM4DNVCm+mTFrpqlRHW3Ux2BIUOAtV9C7262nYWOxtvi1TxgilkstSVmeFkd6mNoq7WRU1Rt8iXHKGPlAx7Aa7W4hbKrJB3Tvba4FZhaoDTlPFBkVCQgwWVTFT2kIKZZB4qW9JN2htpKrK53GJdDrzFFrTEXM8eVXqIhxT8iktVFTSXHCyUtrCxqAULoNwL2SU3AOGctVOgwafLarFFfqkpciKtiQ1MLIaaQtRfQU6TqLiSADcabXHaMWFfsRPgZbn+l05MadJeLcNpYhNISClKlL1EHlsbqN98EXaRGaylAqITUEyX5bzC1uMaYhQlLZGh3clYKjcWNhp27wjoRLlvriR1tMqWVNs3KyhN9gT2kd/biUKnNcp7VOclvehMuKdbjLWS2hxQAUoJ5AnSkE23CR3DE+1tIrN2L7WKvlvNmbocqtZircmIW4EV+SaeyHUMtxUoWEoSsAltSQhO4ukXJWdyLyzU80Kq9JhUZ2WmpSXI7MBLKAh1Sw8FM6Da9w5Ygg+ZIwmNU8m/LjDjlCqZpQXHLsdM9PFKUs6XgF6LArd6wNjYbdXAd5qbEMRbjjgPDS4wriXKUX6pFj1bEeFjhoroV5u+SzPVLi1Cux85SK27V4qHxFSl0KU3UC8CsvldzpPzpVpOoq074C1Gqy63OfnT5LsuW+orcfeUVLWe8ntxHXLjuR4iUxdLqCovPF1RL91Ejbkmw22588SqrLizqnIfhQxT4riiW4wdU7wx2DUrc+3E0VboU5Mm1xVI9Ob+RBO9C4DWo1Ao4hd4aeLbRtp16tPbptfe+H6HV1UuayW5MmMwpxpT6o5AcGhYUFI7NQIBF+0YmZ6oNBy/Mp7dAzAnMDL0RDr7iWtHBdN9SOZ5beI7cB4cZU+VGjMhKXXlpZSVrCU6lGwJJsEjfmdha+Di1KNytJNSD0iozJ1brUumvTZKJHHcddeA4y2FKupTmnYXBGoja/cLYzETRS0j0lycHOMoKLSEFPD4ex3PrcTmOWnxw5Jab+T2aZEgiFU6YJQqc5M7iJnAODTZPqpCQCnqk6r3tyxBfkRUQ1sphcOVx9fHDur5vSBo08udze998HHKwRSVnctzkOuViVR52cI9a+Q4ceFGclojHWxBIIZDalAJN0JXoKj1iOZ5YrIdQzLWqMpzhpcJbU4AF2v1bgEgHlcXO/aeeLTS6yzmfNOXaczTpsmnPCBEl0l2rKCZ7jQCfXXYNAi4Sk3CNRCT24BtOQYkipNyacpaiShhtMm/o5DgvdQBDnVBT3bg4ULrDQM1dYDtJqNOqMiRJrc2cJbrb7mthtCtb2m7QVciySq+oi+3IDng/CbLFbQzFE1kBKFfPsaXkkoBJ0d2+3hbFOptGezROqQpMUBiOy7MU068kFthA1KF1EarDsFye7FjyfWR6VxZT7rzoASXFOHUbCw6x8h7MP7Mz6ytG9i0RJT8GmvpcdlIS7wE6UsJKVEKJsTzFrEi3PfA2RUSXVJUpR0qPMWPPe+JtQdck05S2QpxllTXFs6BuSQi3vPlc4qan1l5ZVe+o+sbnngYq5XjFyjdosj060hjrrNkIsS3YjyHb/PCBKUVL0quFbEkDlfAz0gvuMlsuaglCRrVc3A7PDD7StJ0kctsPbqFZIMU4pclMoc2bKwFHwvjfU2i0RGVFEIaCA1cLvuTjndpfPswUTVZa2AwZDhZAto1bYr1acqjTTtYOE1BNNck7WkLUEkkA7HD7bnffAtpy1sTEL5duJSq0EkOG22JCHQR4YGtuWG+H0u7YQFgkhzcYdS7Y4HtvbDDyXtsNYFom8be2M8TzxCDm+FcW/fhhrHDtEnsjLVcQ+umB0pjpaRJi6pCgFkngrAsg/WKuYsMC3oojsRXUyUOLdBWppN9Tdjtq7NxuN+RxYMhiqHOOXZyEVBsQp0LTJhQvSHWfnRwyhs9VaiQdKT6xFsZzfJqldzDU7iXNTBkSHluPRUtOpSp4qU46hOyFFSusL2BUAOzHJwb4PXfYi1bNgqmZ59Z+R6PDTJ4g+T4kYohtaklPzbeo6bXunc2IBwFbKfR1aijdSeqdlHy8MF6tnqsVvM1Qr8ySh6qzuJx3gw2kL1pKVdQJ0jYkbAYcoFPYqtQjmpPLjxCpCHJDbWsoSBb1bi5sO+/ni9TuiKpJQV2THaexRqZHitSaTVVViK26qQlKy7TlcU3QSQNK7I62xBSsWO+BjK00aVNaU1GnpKHI6XFJKki+wdRy3FrgnvxZKfl6M7EmuOSFtvNpR6O0GtQeJUAoE36lk3PbcgDDb+X5DrBCWFKS2Cs6Uch2nbsHaezFyEcGY9ZG9gN8utHK5o4pULjemel/KnDPpVtGjg6r24d7q02vqN79mHafRUTKDUKkahCYXDcZQITzpEiQFlQJaSBYhGkarkWChzuMD5cMsE7c8NNqIABPV7sTxx1LSkp5RdKXmBWU6EhuLFiOyp7RccffZS4ptHEsnTqB0m6DuOYVY7c5DSImdWVJZZbi1tA1BtvZuSAN9I7FAfRGxA2sdjV5y9bUYX9RhAH5/mTiZQYaHH+NImO0xtLbjjEhLClhx5CdSUC1rEq0i/ZcY13qNktksxVsfLldmZ8qaa3LEu5Jy/UWaDXY0uZTI9WZYXqcgTFKDTosRpUUEG299iOXdthzLklVMmsVQIhyFU95p/0SaNbciywdCkfTSbdYXGxweqVCezXRVZhjNpMplYRUWmheylcngBySrkbbBXdcDAg5eKAyUOcYrQFLATbQrtTvzttuO/FSrTUJ4d0+H3RB48Ws89fchy5ZmzX5CmmmC64pwtMI0Noub6UpHJIvYDsGPINwMT00BznY4UqiOoG1z7MMmlgrykpEVs7b88P8QLAFgLDTsOfPCVRHWSLpJHfg9kyM5MrsRSVBK4y0LQdIO6VApuDz3GJL2RBNqKchuTTWotIp0xM+LIcmBwriNKUXImhWlPEuLdYbixOww7Bc4VSTpiszCSUhkJKkqukgWHO+9x5Y21K6P4s5p194oQ46pTi3CgAFRN1WA8T2C2KZQ63A6Pc5RZaIJnCM5qJcVbY7dVPIe0nCjlO5nLVRqX2LKEwXi9nWgtTaTSKSloxmHWZ7S2ojwRYFyQCT63NRGx3NueI8mQzU2h/w9JhGmoIKWdafTDxibi5JWQF25jqpHdtZ+kjpGi9I9aGilGI0iKstrcHzuoIKgb921vbipv1yquU2NCkECMYgZZ1xkJ1Mh0rGlVrnr6t+ZIO+2FtwpImpVZ1IeeNmR5RQ+UyrMth5xZEZs7tb3At2Dc237MGvS0uKNRaZisICks+hoWQfUsVAHe23O/M4EUabNprs4xWQtbkR2O8FMhZQ2oWWesDpIA2VtbvxJkviNxKfElJnRQtLge4HDUo6ACLHcW3Hsvg7ZsM+LkqNJW8+1xVBY1Ddw7YkskhCSVAlQO1+WIzFTcYYUy3w3EuhsqJaFwUnYA8+3fvxlDpUok8ybnBLkgaC/GStQKUBsAAEA3ue/EtlVwo3HVF7E4FMO8NaVWFwbgKG2JSHdXO3PDtXImgo0vfExte3jgU05viW06MREbVwm24bDwxLQ743wLacvfsw+hyx7MIBxCqHbWw6l3/AHfA1t253Iw8l3uwBG0EkubDfDiXtsD0u+Xvw5xb2+GENYIB24xnjEYgh32ezGQ7/u2ENZnErFUqlHW2qNOkw1HhPILL6knqHU2rY80ncdoO4thb9afUHHG5cxMmUhaZzinyfSNS9R1dqgdidV7kXw1TJLNJqsGU/HYqbDS231xHFK4boBBLayCCL2sbd+Ho0VqqPz5QMSEywDIERx0p1grA4Td+sogK772Sd8cdFO/B60MUoRRIV6W2442ULCQ0oJIXbqk3B2BtfFtoENSmRurh3AO+17d2KtV58epVyVMiwkU2M88pxuI0olDIJ9UE72GLdlmoRo8piU7FbfYbUAqKXSNe3eN/HGjSVjL1qezBaYDEdUd9pSH3JatCY3DUAkK1dbUCN7jYW7bY8sSIanmeI4wvSplaQsja9lJPhtv5Y9MpYhMw1iTGkCRHRISIzusthRUAlz6qxbcdlxhpLrMVlxbzQkcRtSU3cKS2o8lbc/I4uq5zLvciq6NarWKaubHa+aAuEk7nADLmUIVUpeZJE/MESiyqVHDzEKUklc9eqxabtyUOftHZcjYELpdbotEEJyMXHW02QpJ25Y1c3HXV6i7KWFAuqKtIJ7cSvzYRp6OpWSl4uIrhj4pDzzMRzSsJW0ADbYkEj+WLXT6bLkU6NAdkPLhsLW40wVHQhS7aiB3nSn3YK8YN5dity1BEOIOYHWJubDbmbYtHRV0MZw6e6yqn0Br5MpLQBlTHFEIjoN7F1YBN1WISgdYkHYhKiC1FWEPMxQnV1HlWMg7IufaH0YZkQ7U1GoU99Bi1GmRzqU/HXstJtsD2jURYgEbgYQKVmDMlUkKyPkDMuZaOpwqiymYLjhU0SShSwylxKTp5jUQN98d3dE/7IvRl0WNIc+Qm82VpJF6nWWkOpuLHU2wolDdlC4NlLF/XOOpWEv5syaphAW3PpPWbOxKmDzT/AITuPLHOV/i00tsFg0aXw+kp7pctZPkH/wCkfTIhlTp6I6/oAvpEN7X7tN/wxXax8vZVWhvNOSK9lxSzZPpkVbalHwS4lBPsx9VJ06ewm6lOIbHMDnbt/wB3wRTmuCIziJJVJp7yDx0SmCpop5KSokFPeCCTivD4lX5ZLU0VGySR8nqVHhZokJi01wvTFGwjFJQ7fu0kXPs2wZj0uPkuaHXFJlzdtSGjdtr2j1j5befZ3fn39n/oP6VYi0Uylt5UmrslNVprSEIBFrHhJICeQNkFBJ3KjuDyd02dAWaugaUw5VEmvZXfSFM1mP8AOKA5kkgdYAXJBAULKO6bE7mm+JQqNReGYuq0E4ryvHYr1R6R2UxVKWQXCnc32xqqo1A1Ge5IULAm4B7sWOo0lt9gPNKDjTg1IUncEHtGKxIhLZfCEpJKjYDG3CzMelQhS45CDEp1Ud2S84tbhQI7ZWSdrbgeSRb2jHl1SXIRFQ7JdcTFQGmAtZPCSFFQCb8tyffiI64lRQ2hWptvqg957T7T+FsJTzxYuuAwvEq02M/KfZlvtvSW1svuJWQXEL9dJ8D24Uw8hlpLjankSwuwKbBARpt53viLTpEZgyPSYnpmtlaGwXVN8Jw+q5tztv1Tsb+GECxOxPvw65HtgJxVLDqA2VawQEgd99sSgSVErKgo874gRoi3GXJCVpShtSUnU4Ad72IHs9mHU6SE2vftOrnvhiJoL8ZTygVOLUQAOfYMSG72vrV78CmGwtQFzc/2sSmUIAIJXfsss7b4RG0FmgSB11+/ElA3F3F/bOBCGUE3uu3984ktsNm3WX9s4GRC1YLtg2/rHftnD6Gz/Fd+3gQiM2fpOfbOJKIrY2C3R/mHA2AwFUtH+M97F4eSz/1Xvt4EphNH6bv2zh1MFr+I79s4YZrswqlk/wAZ8f4/9MLDP/Xe+8OBaaeyPpu/eHC/QGTvrd+8OBsNZBTg3H9c994ceDNh/XyPvMDEwGBtrdv/AHzhfye0Ppu/bOFZjYONUk77Xw42lawop7Bcgd2Ho/ophSOKXRL1I4ITbQRvq1X3+ra3jhVPnS4qX2Izi0iUkMuIQL8QXB0+8DHFwfU9UEJZcUE2QQFGwNtif9nFjgxW6aAJslKXB+4bupft7B5E38MQZlSq1JUzSpvEaTTZK3BDeBBadJGu4PadIv5Yw85IhzE1OE4pN1laXEm6m1G/VV48/PGxp3GEHPbua6Pou/qV6sXU8rdkW2NmSmtAWjyHTbmp8J/+J/PCns3U8JN6YldvrPq/liiMsSno78httxbLNuI4lJIRc2FzyFz34YDi1jffzOLkdZNZSX0RnvQU73ZdotcpM+UkPUO7d9w1KUCfab42plH/ANOnEpNQy9XIoA6zkaqIUB/hUyfzxp7LcBS1J6o38cbtyDlFdX6xQAyhQSSeRPM+4b/ZxYlrZTjaaX0S/RGZqKcXLZFtfN/ubT6I+gvo/wCmHNkeM1XK5S33HNMCHJprchCdtRW4tK08kgrUdBAFrHbHeNN6Ncs5AyfEy1lrMtIjpaT1zIXwnpDyrBbilHYqJA2vYBKRySMac/ZfyB/R2kVfMc2IWFNR0xmAsatCnLrcKb7gpASkeCziodJlXkV/M0WPDaFWBkpCmWjdz1h1QBvqO+3bbxFuY1Llq6zhB2ivoWqDWmppu8m+O9jqWh9G+YHpCVuR2Xo431w30PIt4EG2Nx5RyymjJSss8K40LSRcqB5g4486NOkyVBpzSG1uwHNaWghK1ApG99trEAHn+GOwsg5xRV6K0p+TdSQOs7vfbljC1VOdLDyaNCoqi3PBAzX0awH2HVtDQhI1Hb6PhjlfphanGLIhU9l1NPiIW6tCOQAF1KV2dl7Y7UrddhRaPIkvAPNNjSsNqAIB/LHMOd83ZD9JlNu5ik5dedSpxQlxi6ygJFyriJ1XNhyt3bGxvFprylZplipJxTcTmPoxzNKmZrVQyvhqeQpaUOnTsEawRfbcbjv27CMdAZSzNBzLBkZHzRDE+C82W1R3Aeta5ttuFC1wQdrdhsRyrkpcmT09Ot0iYznJT00MQJtLlJuWVlxJK2SSsJspFgRsTudt+j5lFmUDpAkT58R6K442AypXUKFgAKSb/SN9juLahfGxqNNKlKN1ZtXRVjqlNNPhHH/7RfQg/wDs952bQwpUjJdaKnIUgi3o7lxqQobaTc7iw7FbAkDVNYpojsLXpu44CE7ck8iffsPDV4Y+oHSP0f03p56L52Vqmy0uUtsyIDzoGlmSlBDawewHVoUeYStVuw4+Y7ceUwibSqi2tFQpj3ozqHhZzSNk6h3gDSfFJxufDtU5xcJ/1IxtZQUbVI8MpSVCO+kLTrSFAlN+Y7sPyX0PSXHGmgy2o3DYN9OF1iNwnNQFt8QErJx0UZNqxnNJvcSUrIPLEhtSu4e/ENKyezDwdUByHvwQDJYUrnYe/Eht02SNKb+eIba1HsHvwsLWDsE/awgWrhRt1Q30p95+GJLT6wD1Ub95O34YFtuuE+qD/ixIQ84AOok/4j8MIjCrby7DqoN/7R+GJLbzlh1UfbPwwJbfdH0UD/EfhiSiQ7t1EfbPwwgAoh94EEIR7Vn9OJLbzxt1G/vD+nApuQ9t82g/4z8MPIkSUj+rbH+M/pwzswGl0CiJD534bdv+4f04dD0gfQa+8P6cC0SJNtmm/vD+nDqZMg/um/a4f04CwDXYJpffP0GvvT+nCw++PoNfen9OBwkyhb5pr7w/pwoSpR/dNfen9OGHyEfSZH1WvvD+nGRJkfw2vvT+nA/0qT/Ba+8P6ce9LlD9y194f04QByetQVbQnSLWNze57TiVBkMMNyOKwXnVoAZWHCnhKuDqt9La4t44gkXxmxxwMW07nqViQ9KelPLddcU46tRUpa1XUSeZJw5GmOxidCueykncKHcR24i8uRvhQH+7Yu05Si7xeQecMIJkF1tbTThYS5bW3r6iyOX+zhltl1D4QoWN+/EZOx54nU5Si+BcW7iL4vxlvy1kin5U2X/KkV08PSLk2tuPhjtzoh6N0tZfozLzQSqVC9MWoHnxQVoPsQUD2Y4yyo0UJStKtJG425HH0mlxGMpfJTSOqyIMaK0ANzZlKQAO/l/Ow3xHqJtJRXU55eZyk+hvxijMUjoyfjtp6wcWSkH6WhPwGOBc5u1DK2fHJ0GU7FloXrbcaWQUEHmPHtv+WO6mszRal0bS30PBSjpcunknWkD3dUe/xxxdmukmsZnmSpqzGgRrcV36199Ke8n48rXxU+HpxnJyB1dRbY7eRWTM9RJa2zXJBpqowLzr21pCgpCU28Vaye7v5EY2/TOnx5haG1H0VlAAbaSq4CfPtOOS+lqoOVGjpdZh8KK0tMZjhp6raSQo3VbmShPd/LFp6DMh5gzdlWdU6gl6dRmPm2mmiQ4lW3WKgDpG4tfzOw31K+kpzj4jItPqKj8qV/Y7U6NemH+ltVl0V9a3INSY9ELo9Vt9Z+Z1K+iCqwvjiD9ozpfmT6lMiTXUmVGvFKUoCPUunkO3ArPOWs4ZCZRUY1XS7GMtKAtpxSFJOr5tSxyHj3bcxci85z/Z+qKs6x851dyHXGa9DFRDbLJdRx1bPlSVJAAC+IALdx2tiKjoqVKTm5LPQKr8QvaMVg586H+jiZ0g1qrSWpyqVVoLAqkQrd4fpZS6Bw2xYEk9brA7FPI2OPpV0DdNtTrtCkMZ2EmZAjM6HU1dCHDdAKb6lXIBIve2+rY9/O+X8uxKSac06lMNH7iK0m10J6trDkPnDi6U+vLderBAShs2DbQ5AaueC1VCNZWfQhp69xaaj/J1TlrMeU8wvKajR3qG8hXUdYOtlR7wkm6RcntHM9+OCf2uOhSp5W/aEqlUozDVSpOYGzK0QnEreSst8R1a2h10p4jb51W072vcEY6W6J5SyhlK1anAAFq5XWAL/jjQf7e1QmUXpryNVYEhcR9qkRUIeaXpIWZkgXHjpJF+zTYdhxk6OKo6pRzaxp1pSradtcnJuYYxSVpt1hcEd2KqlZBsLY3fmjPVNzfdObqcl2WedagpDcobc3Byd5knV1jsNSRjWGYMoO0pn06G8ipUha9KJrANkn6q080K57HY2NiRue5pwk47o5Odp1L2jNWf2AiHFd344dStZ7vf/piMlOntHuw6kC4634DDpkrRIQ65uNvtD4YcS49pAtcf3x8MMBIAuCL+WHEpA7RfxAw4LRIS48k3AA/xj4YdRIk9gHnrHwxGQgK21p+yML4dvpp9qRhAE5EmVtsn7wfDDyJMvsCT/mj4YHJQbjrt/YTh9DVt+I392nCsNgnJmzB9BP3iT/8AHDqZk63qpP8Ano/TiE2wDb5xA/yh8MOCOSLh1s+bYOI7Mjx2J3pVQHJCPvk/pwtM6o2/q0/fo/TiGiOSRd1oeTScLEb/AKzXtZThWYrImpm1EckJH+ej9OFCfUvqJ+/R+jENEc2Hz7P3SMOCOf47P3ScM0xrLsSxPqQ+gj79H6MZ9PqR/dp+/R+jETgE/v2fukYwWRfeQwD4tIwrMby9jnAKJx4KJxgEjGAbY88TR6UL1YWL2G+EezGRfFmElcFoWAR22xLp2oyU2VbEPfuGHYy1NupIF98XKc1cjmm4tG2cqNqW2hJVqvbbfH0GzpUHqlkmg1l9KmhIpcR1lBO41sIUVeZ3t/ZtyJUD86smOPvLQhtvUrsASD/PH0A6Op688/s+0NCW/TpFOWujytKhdGg8RpXgkNLQm526ptier/4nbqc1J2c4XzYOdHtfnOuTKdLkAUtbChJeWRZttRuhRJNgQtNgOdk+ONedKXEkVJJhIV8jpHzISN9VhqKj9a438hi7yGIDtIjwqJOZeQxcPOLIQZC+RTc+Vx5Dfcg1qrUyamQy41NiOMKsFsLcBud7nTz8PC2JoJJ70jI3O6jJo14pYqtPdpNRuqnSEcI3sCjtSQR3EA74TlvpgzR0J0+TlCk1EN0ypgINRdZShldxoUSbK2BAHI9ptvc3qVkGLMH/AA01KJC7gMNEKPbci/d2X8MC890aRHyQKbBo6lSWFo0h8cRRSlX0AeqSBy37LYuxnGflkseocKstPLdTla+Cv5ii5sk0tMxb8aoUcqYcVJZTup0bB0WuDdekgJvuRuLDHS/Rxm1T/wCz3Ki0Cpip1CiLDb8lxIWtTDyQHgtJ3TpWm1lAG6xyucaHpeZKbGpaYkl9VFjxEkGHUXEokWNllYbvqUFa7jSO+wsMbQ/ZoOXKXmf5HpqHX6JmyO5GcLi1uNPuK6zS7LJ5LAF+e1juMV9VFunuS/pd/wB/sRUavms3ZvF+uSEvJlYpMVzNFRjrEBTQRF1pN1L3Kj5bpPsxXKXLQxAkuvugOOui6L3VYbkhPM8uzFm6Q6rUDTWcqTVNyokJ1ZTdAsbqNrJPLa2B8Sh6YVPpjLbiVPHWpDDINvrHmBysN/rYHxLQvP8AEHOEJVlGle3X3Nl9BkR6Qy24boS44tRNusSVkm3d+fgNjjnL9tWsRsxdMKWkL1JguMQmbfRLOpTiR4BYcx1ixKg9EeR2pKpgFXkhbUFpxq93PrlIJulNwSeXIfSGOEukWRAq+d3FmskxoraiXuAtai4rqdpF9gsXvzO+M7SJ1a7qLg3aslRo7WaxzC7srAPLOaZWWqgtxqz0V48ORFWCUPt3BKVC48NxYggEEEYsuZW8vttrtVak44Cer8ntpBPnxj+WKtGr9Opbwep9LDr6eTtQXxgk94RpSk+SgoY7CinBqW633+xjRSnFx23RMz1QWMu5jfjRVERVobkMpX6yEOICwk8twFWOw3GAAJI2I9+MTanIq85+VKdckSnllbjjirqUTzJOG0lVxtg5zUpuUcIJQcYpN3ZLCVm3WA9+FgODfWPxxFBN/V38hhYDlrhBI/ui2AuNbsSgl0G+sfjh0NvE7OfniFrXbdFvMDCwtZ5Nnz0pwk11Bs2TUsPH97+eF+jyP4354hanbD5o/YT8cK+etszf/AnD3Q21k5DMkcnh7zhaI8ogDjpPvwPs+f3JH+BPxwoB8fuf/Gj44XlFtYURGmm9n0+9WF+izT+/T71YE6pH8Afdo+OFJ45v8x/4m/jgLgbJBYRJv/MJ/wDdhYiTT/8AkD3qwI/4n/l/e2j44yPSexgfdI+OFdC2y7hYRZo29IT71YX6FO/5hP8A7sCUpk23jX/ym/jjP/Ef8t/4m/jgty7C2SNH4yD4XxjT4H3Y97LY81Uj0IWTsPHHgbYxcqtvhQF+eLUG28CFhWrsxPplOcqEjQkhCEjUtxfqoT3nA9CdSgNyTyti9w6S1BghDqTw0KBeQkXLrp5I8QOVu037saFBTmyrWqqnH1YWy86FMtoZSY0Iq0hRTd2Sry/2Bjsf9l/NEbJEuRlWpq4TObY4ZdOq4hrAPAcWfHUpKrWADgJ2GOXshUtS6imRKb47qbANJGxJPUaT4E2v7TjftCgopba3H1h6c+db8jTzPMJF+SR3Y23RjKlafU8/1ut8LULw+nPr6G4h0dvZOqzjUtK3YzqzoFrJQsc0qPu/DEqXS2FniMxmnEg6iwpI0qPK47lW2udj294PdFHSNT+kGInLlbd1VlKQlh9w3M1IsANR5vJ5b3KgL7q1XsmYsirpLOppwrccIQ0pCLpcJNgbeF7kdwOM16lwl4c1keWjdX/lpvys1I9QIdXdfkRv+FcbUWgWwkBBHrBSQAUknaxO4QCNjvTukTMte6O6ZFWpbTyJLhQ0uRdaAEi52NjexFvb3Y21UaaunIbSzEVqaToQ+T1wLdh9nLke2+2NVdM1HzBmvKhiwoiqg40+l90aNLgSlKwVDexO45WNrgA3xdpPfJX4IoxUHtuaWr2fYWaJq5E6lBcl0JC3mXCCoJSEp27gEgW8MHcp5yg9F7saq096qxKglxLrTDMrQBY3uoDnflips09OX7KVH9MqNrhrSS2358t8TqRJqL0ritZcprkkbl+S086Unv0qcKe0dlsaM4x226F+K7nespmi9L2YH63TaHLjNSGmanxZKNKVJdRqISEkhVlBSDbtSfC9QrefqRkerPu1J5FSqyeozRIKxrZtyD6xcNd5BurcdUjlXXcz58zN0RZGYgT1rbYkS6JVmojaYzJbCQuOFIbCbbKd8DoFwca6p3RjUZDaoiWS7IfcTHQxDSoXKzawIuoq5kJTzsAAb2xzqpxlibtFdP5LdGEqfmjmT5f8E3N/STU81B6sTnkCU60EjgiyI6efCaHYE6j32USTdRN+favLCDIXfrOLKyB2DkkeQSB7bntxvTPmXFQ6Y/TYclmbMQbPFhQU2EW3aaUDbnsVj1gLJOgkuc3ZoSuJq3VovaxNrHuPcf8Ae2NTT0dsd6WCtPV061Twk89fcrNdnBa1C+5wHDyTuN/LCZMjivqJGkg2II5HtwgE40F6F1QSRIC7jlfwOFJWT3XHYcMpNx2n2YcTa3O3swWRpWHkuXsDt+GHUqHaNX+/PEZIHn7MLSggXSSPZcYe5G0iWlYAFk/gfjhetIG6D7RiGCAesdPjo/nbCwUg21WP9wX/ACwrgOBLS5v6p9t/jhQfKALtn2A/HEUAHkFH/LHwwoMqVY3IH/av/LDqQO1EsPtn6J+yfjjwfbt6vvSfjiMGdR3Kjb/pAfyx5LJHqlSv8ofDD7mNtRIbWhAJ0KUD/YPxwsPIP7v3pUf54icMduoH/spt+WF8IEAp127+En4Ye7GcUiUXkEH5r2hCvjjCH0IFtF/NCvjiPwR3n7lPwxkNpt23/wCyP04V2Ntj0JXHbUCA3YHuSf1YQAgmwQr7J+OGfR/FX3H/APnHg0Em4UoHwZA/+OFdi2pGoNR78Jv3HHibYxcDHmLkk8s75i97jfC9z24a1jbbCgrwtiaFSPQViwZPhemVhvUeq0C77Ry/EjFzbHpVU4YPzUNICU97ihz8wPxOK50fJTxZrhPWSlKQPM3P5YO5adS4mQ8sm6pS1HyBHwx0ejcXCKXW/wBjndbJ7pv+1JfU3P0c0wMyAtR/qGQ7z34jl9PsCAr7YOLNWq6IrenipS4RqKdQ1EX7Aef+mGujqlPTKJNlxIxkIckbOI3CUhtuwPda/bgHn1hEB5YlO3UlIGhlAWfLX6o9hJ57Y1a0ubHBwiqups+TLGY1h9JbUeKFaklBsQRuCO61rjyx050TftXCH6BTekEmoQkpOme0jW6hRTpSp626rJUq603UdRuFK3xwzNzUpBU0hBjtHYgE3X5q5ny2HgMWpyrgOBIJ09lsVIUIahNTNqpVraXa4Yv9z6rtZTo/STSmqrlmsxZsRXW+YCXQs9xVuBbttuPDFVzd0aVyXCdgQ4LcJlxBQ6tpXEWsHmNX0QR2c9+Yx81aV0l1rJFfVMolWm0aUpCfn4MlbClAdhKSLi99uWN5ZX/b+6VYTAjzKpTsxpQm7bdWprSrgcxqbCFE27SSdvHGXLS6inO1OSaXc2KVajUgpThZvtk2tUugqNRG1uOxuK6CAlpHrLUTYJ8ySB7cTaP0Fygy0hUULkK3DaBYAnmoJ3JPPkDbGtJX/wBRjO0lKEf0XyY04klSXU018m9iNwZBB59oO9j2YqWZ/wBujpVr0Z2M1mk0SK5+5oUVqGU+TjaQ4Pt4LZrJq2F8yXfQjxf6HbeVMkUjoy6NK3DzfMYpDAUisBLgJeIbukqS0DxVJ0qIPVTueYxzX0k9PkedEcp2UICqLSVhTb8yQEmZJSoWUnq3S02oGxQklShstagdONC9E/SDIn5/mInSn58mswpMRxb7pWt91xpSUFSlXKiFKB37hiAxVg+2W1GwULEYv6f4aknVqSu39Pz3MLWa+p4roxVo2Xu7mw4FdTJOkHfc9/s5YpPSfl5ExhVSaSChfUlI7N+S/fsT5HvOAdIrDj0tKWwFrB2vfYjy3xsdlLVVgLYduWn2yhYHOxGNWlK2GYNam9PUVSJzBVKUW3XBY8ZtOtKgbFxvv8xvfw8txKVLb9bl9bF5zREdp+s6byITxSdXI2VZXsOKZVWRGlkI2YWA43YXOki4G/dy9mDmlF4Ow01XxoK5hF8KDu9tYB7rknEIAJ5AqH1VHbDqH0WItptzAGBUm8PBZcES7ubFN/abDDieIduIlPtJOIYfA3INvEYV6QnuOH92ROLJYbWb6nLg96jhSGlgEIWlI7gTbEL0tI2Kb+3ChKRb1Cffh7xBcZPgnBTwvqXt9YKVbDqUOqAKXQb/ANpRwO9LSP3Z/HCDLbJJDZSe8Xw25Ibw5MKFEhP74D/ErCgzIP74e1SsCxUkg2LNx3i/5Y8KigjqtficJTh1F4UwrwJHY8n7a/jjAYf3KXkgntC1DAv5Ta/gE/3b4z8rtqNhGJPmq2G8SC/GJUqn5YJ8GUjb0ke1ahj3zyR1pKU37CtWBfymBzYNj2JJ/M48KmyL/wDDKF/E4SqRY/hT/LBXhSj+/SL97ir/AJ4WGJPbIB81qwJTU2gLBhafIm2PfKqBt6OVeIJGH3w/LgulN/iNc6R349jOq2PavL3Y84cInZXMHYjc4UPM49q5bYzxL4KKSfI5a8iEByYgnmkK91/jgzl35sz45V1mpCzbwPI/gcVXKdQEKrt6zZDt2z7eX4gYtEpwUnMaHiNMeYnhrPYFjl/L8cb+klFU4u/Da+TMHVwbnOP9yuvkbm6IpwUioU9azqKQ+hPt0qP4oxOztSeOgvANIunSXXF6SANwAORvv2HGu8uV1zLtajTUJ1hpXXR9ZJFlD2jG7ZAj1inIfYUHY8hAWhYF/I27x+YPdjalHcjg6ydCsqvRnOlciXJVqse/bE6j1X06CkFz59kBKhfmOw4tGa6C7CeWpaCU3/rFH1ye0D8+73YoEpp2DJD8YkOJ7UC/8sVYS8KWWdDHZqqaX0D09tuoM6FuKbcTfSsdhxX3JVRoshLl1fNkKQ82bpBHI8tvbghEr0eXZD6REe7dfqKPgbbe3BEIcAvc6SLXHL340GoVfNF5I4SnpvLNY/OGVyo5gSopfZPDYe6yUpP9WrtTv3Hl4EXwP/pGp0BKVqUsm1k73PZawxf6QxTXHXI9QitLjSBpU8tsKLSvor5X23uO1JPhhMqhKosxyP6Mhl1s2JQkAKB3BBHMEWIPcRgnp3fdFlj/AFlCOHB39yb0IokRukrLk+Skp0TWlIbKhc78zgmpSokmUXHNCWlqCrDsBOJXRe03/T7LxfWlttc5lJUs2tdQ9/PsxXq9VvlarzExkqEUyFqClbFfWNjbsHh/sW2406KXqYM1PU6tytZWX6slUAXfQokhRVqJUuw3Pf2duNxZeCvQ2Ekk9UDdWrbzHPGtcqUpb7yCCUHsO6TbtINiNu7G04SUx2rkhKEp3JNrDFOMbu5V1802oroag6RGUprtbQnkrUSPEpufxONaTxx6FCe36mpq/t2/AYuua6qmSurzuSHlOLSCbkaidI9lximzSWMqQ0kAcR3UPLrfHFqbN34enGEfdfpkChXicKI1WJUbjlY2wgL8MKDm/IYgt0NvgUV6T1zcfXFvxFsLCh2Kv5EfDCQ7/ZT7jjIWpFuGAB9Xex/DbA2a9hci9X9sg+Y+GPDTfdaj4BQ+GPNywo6dIChzSQb/AJYeEkq2snbwPwwVlymA1Jcoa6o+mfatPwxg6DyWoH++m35Yc9NA9RCXFDsSCf5WwsyFKAuEo8ADf32/lgcdBZXKGNSE2+cUPNxP4WGGiEuHUlSknsVrTf8ALE1DwHqoST2nrE++2FmSTzaHsB+GG2p8sfc48IHqbCfXcWsf9xG3stY4WFMuDZ1e3YVouPwxPEy3JKPcr9OMGSlRF0IURyPWBHkbYbZFcMfxJPmJCCkn96594j4YzpR/Fc+8R8MTPTFWvZCrckkKufbpxhM9KjZSEpV9VWoH/wDXC2x6sTcuiIfDBOzygPF1Hwx4tAc5P/lR8MTzLt9BH/u/TjPpnc2gexX6cFti+oG99v0Na49c49jF7eOPP20jqEZucex4XKu7Hinxwyv2HFpUUqB3Fji/w5LWaqKWHDZ9AAUbeqoDZXkf5nGvtPdifSqm9SpaHmleCknkodxxe01Zwb3cPkqaij4kU44ksou1Bq7ms0+cNExrYFR9cf794xsvI2djl9RiTVLcpzpvtuWVH6Q7we0eRHcdZyosbNcNEmOsMykeqvtSfqqt+eEU7MS4zvoVUTwX07B4jZXn8RtjoqVTYlGbuuj/AHOY1OlWpi7LPVdvVHTU6lw6vESoaJUdwBaFpNwe4gjFCr+RVBC3GQX1leyEJCbDx/0wDytnWXlpQS0tMmIs6lsLN0m/ak9h8Rt4HGz6Nmyj5lSEsvpjSVbejPkJV5JN7K/PwxbcFJXOYtX0cvLmJpCpZZW0V62yAFFGocr4Fop8qCq7Drjfgg2HtHLHRk7LzMhSS8wlZSbi43HtwBk5ChurSQkgatZ8eWx7SNu/vxF4clwy/T+KxatJGlkyqon96D5tI+GLLTKvKrkdinVWcYoZToiziyCGhcnQ4UjWW7nmLlN9gb2N3PR3GCWgFX0klRUj1weXI7Ww5H6PYyLalFRCCkkItc32PbuNvdiaDqR9h567TyzbPsJyZ0cTslzXM11qVDdbhIUqG2xUGpLsuSR81oShaiUpUQpRIGwI52wAoeVXpatWiwKlBR5aVeN/5YvcDKUSOE6WAogJF19trWuOV9h2YNswUsJK12ShO5Uo2Ce837u3E7ylFcfuZ09fK7ay36ESh0ZEBsJQkXUBrIGxPl2YGdIGZkUuAaXGVeZITZy3NtB/moG3lfvGGcydI8WmNrjUtSZUoixkWu235fWP4eeNN5jzTwHHLrMue8olRUdRBParvPhiVRUfNLgbTaSrqam6SI2Zpa58hilsbuOKCnCOzuHu3xEzc6hn0SG2eqy3e1u/l+AxOotPFKjvVGcTx1gqUVHdAPZ5nFSqE5U2Y9IVtxFavLw9mGm8Z6nWaemtyjD+mP3bMBW3M+WFpVtffEdKrnc4Vxgg2HWI7E74gckuTQ2N4JSVC453xlTwbF1Gw8f/AO4ihSydyEDuFifx2w622lKrgC/1ibn34W6XRAuMVyLUeMBZCgOYUdiPED/+Yyeom7mt1PeBsPNN8YFuWw9mFDc8xt4YHbfL5G3Wx0HgtJSLJBT2WAt+eFhYv6qvYn/XEXhBJJQpCT2pPI4UlaCbEpSr6pAPu78GpdGA4p5RI1D6qj7P9cKCkfVV7Uj44Y6vei3kMZIT3o+yMSXI7IfLie1K/d/rjwWk/QUfZf8AnhnY8y39kYzYd7X2RhrsayHitI34SyO/QPjjHFacACkKIvy0j44a0gdrf2U4UCLbqat/dThD46C1KLYOgLUO5Sf53+OMCS3tqC0E79ZI/O+EhtPMKb+yMYLSSdy39lOAz0F5eqKCSb7Yzc49hQ5Y4FRudQhIuCceuce78ewlF25Fc9jyVEYyRtjA54JRa6iYRpNYkUmRxWVbEWUk8lDxxeWJMDNMQJWkFQFyg2C0eR7v9+GNcnD0Z9xh1C21ltaVbKSbEY0qFV0/LLMX0KWo0yq+aLtJdS4/JdVoQKqc6Jca9+CoAn3fzGJMLOTC7oltqiuAWO2pPxHu9uJGXam/Uqa8t8pLiLWWBYnbt7MEJMKPUgEyWG3QRzUNx5HnjZjGUY7qbx2Zg1JwctleN33WGH6H0h1KE1aFU+O0bDhKUlwAeR9X2Wxa43S5KQR6VAYf7LMrLd/HfV7saTr+WIcFvis8RJvsnVsPLbFbYqs2O2eFMfbA5BLhA92DjqLO0l9CJ/CKNdXh91+x1C30sQVC7lPebP8AYcSv+Qx5/pZhoTdmnuuk9i3Qi3uBxzQnMtTRsJiz4qAJ/EYwrM1Uctea6n+6dP5YnVaPYr/7Ak+V9zoiX0tTHUKMSCxFCha7hLikeI5C/mCMUjMfSOqokpqFTMi2/AasUX8EpsAfPGqVSn5jieM+47f66r4vdKyjTkRQ+ptTy+5yxHutiRVb8Iml8KoaNb559v5B6q9Uq4osU9pTTX8S+/2uQPlvgjS6FFoSfS5LgW8kai4vZKPLx8cFHiGIjnDSlAQOqEiwGNe1ysypzqUuudTh8QITsE89gP8AZ8cG5eElKWWS0P8AtXp0vLHr3YQzDmP5Uc4bZ0RUnYHbUe8/DAbWo2CR7VbAfzwwhICr81d554eRzxBvdTL6muoQorZFYQpOo7qVfwGww8lZtYADwAwxc6sLSdxglFIGWR0KN/8ATDgcUB4eWG7dbCgBfkMSojHAtR3BwoLVfnbzA+OEJ8hhV/DD2uDtQviLHIj3DHlBTgsq3ffSAQfPCSrYbD3YdB25DC2ojvbga1vN7k60dqgBceztw4HHFAELSQdwQBv+OMgjuHuwh1XCSpxIANxcW2O/biN3i7BRal0FlTvYr3AfHGQpwclj3D44dSAewYxcfVT7sSbPUi3LsI+c/i3P9wD+eMXe7SPOw+OHbD6o92M7dw92HUH3G3rsNBTwHrg+YHxxniOjtH2R8cOggnkPdj2ofVT7sFtfcW9dj//Z"/>
          <p:cNvSpPr>
            <a:spLocks noChangeAspect="1" noChangeArrowheads="1"/>
          </p:cNvSpPr>
          <p:nvPr/>
        </p:nvSpPr>
        <p:spPr bwMode="auto">
          <a:xfrm>
            <a:off x="155983" y="-144462"/>
            <a:ext cx="304779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F9B1FEB0-412E-476D-A875-785019669CC2}"/>
              </a:ext>
            </a:extLst>
          </p:cNvPr>
          <p:cNvSpPr txBox="1">
            <a:spLocks/>
          </p:cNvSpPr>
          <p:nvPr/>
        </p:nvSpPr>
        <p:spPr>
          <a:xfrm>
            <a:off x="733900" y="1045258"/>
            <a:ext cx="10458236" cy="4582544"/>
          </a:xfrm>
          <a:prstGeom prst="rect">
            <a:avLst/>
          </a:prstGeom>
        </p:spPr>
        <p:txBody>
          <a:bodyPr vert="horz" lIns="108784" tIns="54393" rIns="108784" bIns="54393" rtlCol="0">
            <a:normAutofit/>
          </a:bodyPr>
          <a:lstStyle>
            <a:lvl1pPr marL="481965" indent="-481965" algn="l" defTabSz="1147269" rtl="0" eaLnBrk="1" fontAlgn="base" latinLnBrk="0" hangingPunct="1">
              <a:lnSpc>
                <a:spcPct val="150000"/>
              </a:lnSpc>
              <a:spcBef>
                <a:spcPct val="28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l"/>
              <a:defRPr kumimoji="0" lang="zh-CN" altLang="en-US" sz="2000" b="0" i="0" u="none" strike="noStrike" kern="1200" cap="none" spc="0" normalizeH="0" baseline="0" noProof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defRPr>
            </a:lvl1pPr>
            <a:lvl2pPr marL="40005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zh-CN" altLang="en-US" sz="3500" b="1" i="1" kern="1200" dirty="0" smtClean="0">
                <a:solidFill>
                  <a:schemeClr val="tx1"/>
                </a:solidFill>
                <a:latin typeface="Adobe 宋体 Std L" pitchFamily="18" charset="-122"/>
                <a:ea typeface="Adobe 宋体 Std L" pitchFamily="18" charset="-122"/>
                <a:cs typeface="华文细黑" panose="02010600040101010101" pitchFamily="2" charset="-122"/>
              </a:defRPr>
            </a:lvl2pPr>
            <a:lvl3pPr marL="8001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1" i="1" kern="1200">
                <a:solidFill>
                  <a:schemeClr val="tx1"/>
                </a:solidFill>
                <a:latin typeface="+mn-lt"/>
                <a:ea typeface="Adobe 黑体 Std R"/>
                <a:cs typeface="+mn-cs"/>
              </a:defRPr>
            </a:lvl3pPr>
            <a:lvl4pPr marL="13716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4993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28631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02268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01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θ</a:t>
            </a:r>
            <a:r>
              <a:rPr lang="en-US" altLang="zh-CN" sz="1896" baseline="-25000" dirty="0"/>
              <a:t>0</a:t>
            </a:r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θ</a:t>
            </a:r>
            <a:r>
              <a:rPr lang="en-US" altLang="zh-CN" sz="1896" baseline="-25000" dirty="0"/>
              <a:t>1</a:t>
            </a:r>
          </a:p>
          <a:p>
            <a:pPr marL="0" indent="0">
              <a:spcBef>
                <a:spcPts val="605"/>
              </a:spcBef>
              <a:buNone/>
            </a:pPr>
            <a:endParaRPr lang="en-US" altLang="zh-CN" sz="1896" dirty="0"/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x</a:t>
            </a:r>
            <a:r>
              <a:rPr lang="en-US" altLang="zh-CN" sz="1896" baseline="-25000" dirty="0"/>
              <a:t>0</a:t>
            </a:r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x</a:t>
            </a:r>
            <a:r>
              <a:rPr lang="en-US" altLang="zh-CN" sz="1896" baseline="-25000" dirty="0"/>
              <a:t>1</a:t>
            </a:r>
          </a:p>
          <a:p>
            <a:pPr marL="0" indent="0">
              <a:spcBef>
                <a:spcPts val="605"/>
              </a:spcBef>
              <a:buNone/>
            </a:pPr>
            <a:endParaRPr lang="en-US" altLang="zh-CN" sz="1896" dirty="0"/>
          </a:p>
        </p:txBody>
      </p:sp>
      <p:sp>
        <p:nvSpPr>
          <p:cNvPr id="2" name="双括号 1">
            <a:extLst>
              <a:ext uri="{FF2B5EF4-FFF2-40B4-BE49-F238E27FC236}">
                <a16:creationId xmlns:a16="http://schemas.microsoft.com/office/drawing/2014/main" id="{1733B8B1-98D3-4F08-B634-3D207B5894E1}"/>
              </a:ext>
            </a:extLst>
          </p:cNvPr>
          <p:cNvSpPr/>
          <p:nvPr/>
        </p:nvSpPr>
        <p:spPr>
          <a:xfrm>
            <a:off x="4287805" y="1230198"/>
            <a:ext cx="712212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双括号 32">
            <a:extLst>
              <a:ext uri="{FF2B5EF4-FFF2-40B4-BE49-F238E27FC236}">
                <a16:creationId xmlns:a16="http://schemas.microsoft.com/office/drawing/2014/main" id="{FC9BFCB8-268C-40D6-81AE-ECE8C6D5E960}"/>
              </a:ext>
            </a:extLst>
          </p:cNvPr>
          <p:cNvSpPr/>
          <p:nvPr/>
        </p:nvSpPr>
        <p:spPr>
          <a:xfrm>
            <a:off x="4287804" y="2563133"/>
            <a:ext cx="712211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F5056C-096D-4A3D-8CEF-3639B86DC7B0}"/>
              </a:ext>
            </a:extLst>
          </p:cNvPr>
          <p:cNvSpPr/>
          <p:nvPr/>
        </p:nvSpPr>
        <p:spPr>
          <a:xfrm>
            <a:off x="4355184" y="1320461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D0514F-483F-4737-83FB-7DF05C22171C}"/>
              </a:ext>
            </a:extLst>
          </p:cNvPr>
          <p:cNvSpPr/>
          <p:nvPr/>
        </p:nvSpPr>
        <p:spPr>
          <a:xfrm>
            <a:off x="4355184" y="1664111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A57853-CABC-4CF8-A308-CF63C57EE4D8}"/>
              </a:ext>
            </a:extLst>
          </p:cNvPr>
          <p:cNvSpPr/>
          <p:nvPr/>
        </p:nvSpPr>
        <p:spPr>
          <a:xfrm>
            <a:off x="4433003" y="2563133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C6EB5F-D351-42B9-B416-906F6891736C}"/>
              </a:ext>
            </a:extLst>
          </p:cNvPr>
          <p:cNvSpPr/>
          <p:nvPr/>
        </p:nvSpPr>
        <p:spPr>
          <a:xfrm>
            <a:off x="4413549" y="2998380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CC9D531-4CCE-4982-9A22-30CD4EDE60B8}"/>
              </a:ext>
            </a:extLst>
          </p:cNvPr>
          <p:cNvSpPr/>
          <p:nvPr/>
        </p:nvSpPr>
        <p:spPr>
          <a:xfrm>
            <a:off x="3749264" y="2909355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0DF827-7F60-4E14-A429-3BBD21223C69}"/>
              </a:ext>
            </a:extLst>
          </p:cNvPr>
          <p:cNvSpPr/>
          <p:nvPr/>
        </p:nvSpPr>
        <p:spPr>
          <a:xfrm>
            <a:off x="3795372" y="1637830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θ=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3581BB-9F8D-40EA-A6BB-335C6F88EC2D}"/>
              </a:ext>
            </a:extLst>
          </p:cNvPr>
          <p:cNvSpPr/>
          <p:nvPr/>
        </p:nvSpPr>
        <p:spPr>
          <a:xfrm>
            <a:off x="6098989" y="2018751"/>
            <a:ext cx="1021658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</a:t>
            </a:r>
          </a:p>
        </p:txBody>
      </p:sp>
      <p:sp>
        <p:nvSpPr>
          <p:cNvPr id="41" name="双括号 40">
            <a:extLst>
              <a:ext uri="{FF2B5EF4-FFF2-40B4-BE49-F238E27FC236}">
                <a16:creationId xmlns:a16="http://schemas.microsoft.com/office/drawing/2014/main" id="{E393D3E4-CB86-4042-B3AB-4CF7FBF9D272}"/>
              </a:ext>
            </a:extLst>
          </p:cNvPr>
          <p:cNvSpPr/>
          <p:nvPr/>
        </p:nvSpPr>
        <p:spPr>
          <a:xfrm>
            <a:off x="7027756" y="1706959"/>
            <a:ext cx="1255105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700388-1457-4CAD-BF99-4AE485E0EA9B}"/>
              </a:ext>
            </a:extLst>
          </p:cNvPr>
          <p:cNvSpPr/>
          <p:nvPr/>
        </p:nvSpPr>
        <p:spPr>
          <a:xfrm>
            <a:off x="7048525" y="1965373"/>
            <a:ext cx="606784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658AE93-3839-47F7-9EE4-582D74DB11F0}"/>
              </a:ext>
            </a:extLst>
          </p:cNvPr>
          <p:cNvSpPr/>
          <p:nvPr/>
        </p:nvSpPr>
        <p:spPr>
          <a:xfrm>
            <a:off x="7676078" y="1994049"/>
            <a:ext cx="60678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8578BD-73C8-448A-BA4F-39ABE1AC0804}"/>
              </a:ext>
            </a:extLst>
          </p:cNvPr>
          <p:cNvSpPr/>
          <p:nvPr/>
        </p:nvSpPr>
        <p:spPr>
          <a:xfrm>
            <a:off x="8271892" y="1994049"/>
            <a:ext cx="606784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双括号 44">
            <a:extLst>
              <a:ext uri="{FF2B5EF4-FFF2-40B4-BE49-F238E27FC236}">
                <a16:creationId xmlns:a16="http://schemas.microsoft.com/office/drawing/2014/main" id="{99F3049C-7564-4BAF-BA31-01426F2A3D61}"/>
              </a:ext>
            </a:extLst>
          </p:cNvPr>
          <p:cNvSpPr/>
          <p:nvPr/>
        </p:nvSpPr>
        <p:spPr>
          <a:xfrm>
            <a:off x="8693093" y="1721044"/>
            <a:ext cx="712211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378DAB2-6CC4-4F11-8E2E-8835030F1A61}"/>
              </a:ext>
            </a:extLst>
          </p:cNvPr>
          <p:cNvSpPr/>
          <p:nvPr/>
        </p:nvSpPr>
        <p:spPr>
          <a:xfrm>
            <a:off x="8838292" y="1721044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913E5D-A07C-45CF-9FA8-45ADA40E7E45}"/>
              </a:ext>
            </a:extLst>
          </p:cNvPr>
          <p:cNvSpPr/>
          <p:nvPr/>
        </p:nvSpPr>
        <p:spPr>
          <a:xfrm>
            <a:off x="8818838" y="2156291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7952A9A-69EB-4BCF-9B72-F7C4FE17DC73}"/>
              </a:ext>
            </a:extLst>
          </p:cNvPr>
          <p:cNvSpPr/>
          <p:nvPr/>
        </p:nvSpPr>
        <p:spPr>
          <a:xfrm>
            <a:off x="9550503" y="1965373"/>
            <a:ext cx="2051865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+ 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0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0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195135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data:image/jpeg;base64,/9j/4AAQSkZJRgABAQEAAQABAAD/2wBDAAMCAgMCAgMDAwMEAwMEBQgFBQQEBQoHBwYIDAoMDAsKCwsNDhIQDQ4RDgsLEBYQERMUFRUVDA8XGBYUGBIUFRT/2wBDAQMEBAUEBQkFBQkUDQsNFBQUFBQUFBQUFBQUFBQUFBQUFBQUFBQUFBQUFBQUFBQUFBQUFBQUFBQUFBQUFBQUFBT/wAARCADcAR8DASIAAhEBAxEB/8QAHQAAAQQDAQEAAAAAAAAAAAAABQIDBAYBBwgACf/EAE0QAAEDAgQCBgUJBAgFAwUBAAECAwQFEQAGEiETMQciQVFhcRQygZHRFSNCUpKTobHSCENTwRYzYnKCg+HwJFRjc6MXosIJJUSy8eL/xAAbAQABBQEBAAAAAAAAAAAAAAACAAEDBAUGB//EADIRAAIBAwMCBAUDAwUAAAAAAAABAgMRIQQSMUFREyJhcQWBkaHwsdHhMlLBFBUjJEL/2gAMAwEAAhEDEQA/APnjRFU52F8lGmQXZ9XjMxYlQeqimW4ThlAlx66ghIKUlJC7JSCF32NzFYap+RpFQp1dplMzRPQuq00zoNccdBlpUltuYnhmykpUFKTfqug3PIHC+j2p0qFEeMqoZZiLDELSatRXZekicgrJKUK2Sm5c2VrbJQEkm4xm+vU6i57zjUaX/RvMMasyqrESzGpK2YkVpbp4ciK0sWYuk6mQCotpsDvjtLPdYrlyndEYpfR1Ky6VZUl5gOZmUIzDHzg24jgKppkBkRgotFvrbyuaXBwr3JGNTUWpU+FUYM12liTEhvRlyIyZq2lyAld1gKG6SsAi6fU5jBHLuSaLV8sNVKbnSm0ecupKhKpkmO+pxDAYLgllaUFJbKwGtIJXqUDptvgXS5beW5kSelFPqa2XI8r0SbHLra1JVqLS0mwUnayhfcHF2gsPNyOeQlBzfBbVmBMqmSJUWZDejU2P8pOpTTlLfQ6Fbf1qQAsaFbKK9R3FxGpVShMKMurQFVUOIfRczVNK4qm7IcNrnqqIV/a5HAd2SZ1TdkhtqOXXS5w2U6W29SibJHYkdg8MWuqVpim5iqLzUTL9RQ6uQyG48VfoqQtGgONoJFtN9SDeyTuNt8X4pR4IZcjuXsr5kzbmWDk2nyWnp1UcZLTMmpNsxlrDRLepxaggFKFKAub7lI3NidRk1vpDoyZeT8us0lvL1Ogxqw9LrSFGfLflFpEhCXSnSFF1lJQ3qQ2E6lKsq+CXRBmSFQ82UfLr0PIEqM5VGKiut5vhPPx0hMdaTHfUggmOS71kFIBcQ2VKATtTspUyK7AquYnKzRmZFDXFkN0Wprc4tTKnglTbSUghYQOs4FKT1CbEnkDlJzxi1vvjp/ngC1kGK9QYuT6VEiVShBNRV6fEVNRU0OIXIbdSgOaE3AS3ZSeZS5e4NhjZtYyzAy90+ycvUro/nZfqEF+YXaFFzi246GTTmyhpM9PVuhSZLpUCdSXeER1LK1fV3GMyUuNMacy5RlOGbN9Dp7bjTrQLwPBULKBFj82L7ITYna5t1WjUzoqpbkRD/R3nwQa3IaTJirflOzEOQUJDgJ0BUZBWdJIBDyFWuBfByTc1nLT7+hX6Ow1lrPuUsu1ugS2MvVuA1DVSH5rcDMbrS5MiPqMl5C0JBaLqiCgAktG5SsXtivTWC/HnT5cOW5DkNKfg8aoBxTCFP2uo26/aDsm5Oqwvg3Sc+QW0wK07lfKa/kVdLaXSn2nL1ER0qS4txGuyw6UjjbhJJF0lRvgJlirtxKhNrAgUdbjDjctiDUErW0oh9C+E22oniA7pUlZN0agSd7y01tbaWbdyrPOCdl/Is2s0mTNj1qkQmmabKmlmdUkMPLQ0UhTIbJuXXNQLbY3WEnsF8WBzMVEzky7SKLlmJlmoyKmueiqya48W2YyYgQYtnDoJU4hbgcVZRKwi4SMDFZwjwJVarUam5clzMyMT48qlKpQ4NEDrqSlURJ6rK0/u1IN2xdPMm56Vn+LJySqqGl5JRWHMwOuqozNA0vhkwUN6wv1BGvuGb3DoLhBBthNzbvJexBjKRjO9MDlcyVTqWzApBm0WlqU5Hripjbj6mhd55Sj8w4SQSyLcPkkWsTUWGUxnn4klpqS+8nhsv+kgIYXrHXJB0qTsoXJt1r9l8FJGTKGy9BS1nOnPtyGoK3ViO8BHU+m7qFXTYlk2CikkHvBuMD6fFiqlBS6jCaEYBSOM2stv/OAHUAm5Gkkna+kWti3TaUbJ3+TKdTMrtFurO8AZeTFQ1XaTKqL9QrQrSnWZqClAKENk6EkcJfWT1nNQCvVw3ld2mrqcKAuiel1JUtDgfFWXHCmQyq7Wrkk6rL1cxbTvfD9bgUtmXUKszWsrSXJ71TaVTY8N1LMYI08NbSLaUcTWS1ZRA08yQQA0GVHnqRR1qpEFD8hD/wAquMqCmwlsjQVg30X3tb17G+2GhZQx+PqRyTTyXjLvRXmSTOy3UKuzDrtLLdIf9ANfYaW7DlyVNMx0L4hLOpSXEmwuyFBSwm4x7NFHplRlTKfQcqooE7L66nIqrxrqZbTrKZellDZVZKuChSW9SCrjeva53iZypdOqlChVVFcydHk02g01PydRm3WZM5a1uBwvak6Vy2xZT67hJSUaNVjhx+tQqbkPLLDMPKc6Q/CnRliOy4anGKpOpLkpZITxLJHBKbkNkgg7YrQlJtSvni2V9c5GmoxTx/n/AAWnLuUYkjNkmEcmKqDaDPUIScxNs6Q1DU7/AFp/hkB3fnbQe3A+DBh1KIv0OhyERC5DQ6n5TslToSsLJCgL6yCobdS5AIuRiXlSLFTnOVLdeykptbMxsszEuehD/hlWKUjcKJI4fZxALdmFTZTLLzTbUOjvt8OM5riIWU3S1Ygkn1iVdbxHfiwrufyXf19ShUmoxIcKLCbiLRKpzrsh5tCYryZVg2eJ1iRbe6bptyF78+SZMZLTimUtqbLbihpK9QAv6vdtyvglEdRGjuNmLEkKfbQOIUkqb0r1bb9UmwB57Y880hwawhtGpSjoQdwL8vLuxPbN2Z0qtxh+J6GISlx1tNuNIcN1hRcBJuoW9W9uRw/HcQhTtkuBCwoJAVa3dq78ec0KUwoMoSG0hKgCeuQb3PnjzISVPq0NpulRCVHlv2e/D9LC3biS1/PExhXLEBk7+3E1k8sMRhBk2tgzS061g+OAjJtbFgo3MeeI5cEbLhS41wm+LRDjBCbkb4BUgAlPniyoNgB4Yy6jbYw6jkNrYUUhe2EIO2MgkG98RCIclm3ZgRLsOWDso9W+AU1wDFimyGR878o1Mf0SrEOoysyxqC/CgtT1U+mtvMpZE5KiVKUU2AAUpu6khbgCSQL3l5bq0qnys4RKJMzN/RAUmsMUl5mlodcfiKWm4k8w22oBsurQToNgCL4quVstZhzrBfi5eS/wG0xIk1pyooaQ6t2QEMjStSQU8RSbDkk9YkDfE5UKrdGcms0vMzM9CjHqNGZZp9VShDMpCw26F6CoLaC02UgEJXsQSAL41rs9mDkquwem2qmv5yruYqr0hVGoFElEClMuNrgtQ7IcRoKfnErbSkoCLFAUoqBG9QyvWptNzTRZkqZJprMSTFcMtmMl1bCELBbWlKhZVtyL7G3byxZ3pOWcyzXovRxl6tUHMLs5T8J96tpVwoSYfzrJOhF3CtLq9d0jQdFjzNRyfTncx5mpMNxiTUo8iZHjLiMSEtuOhSwkISpWyTzAJFh4YuU8JkbLhWZuYM5ZbQvMTtaeotGp8l/LUg0dKWn23Kjd0qWkJHDU669dZKwldkA7BJr0t8VirT15nnSYU4mQ64kRAFGRpuhJT1dIUoWO3VG+LFUJ1SruWo1Oy47mJtFCpjsesRpdV1xmkLnlSEMt3AS3qcZugAguAqttrISHQJU6t1RqsQZ9QqTTEx18oko1h1tF+IoqvrCTckA3I5d2LNHEb8EMgscxwofRBOy5EzNIWH6/EnCjmktoS5piuoVIMm5WChSy2GtkkK17kkC6Tuk7NrmXaVEyrWX8x09qhUWHVAMssITTnY8xx2JE1hCioJdIs5cF7VpVcJtjU7TmXl5KeaUxPTmkVBCkPh5BhmFwlBSSjTq4vEKCDe2m4sCN9n0J6HG6L821LKDed4SYUGiLqz7dUZRAFQEtZLshtKUqW0VBBYSLrbXcqUdiSnBbk7XyD0ZS11GoCqVyqVhaqfKqbckqU7T06H3i6OIgJKQG7LvukdQi2L1V6xmqXmGbnqf6UOkKZUZcGdSjlpLbTbYhp4jmnRwgoNrIU0EXSAlavW3pFTlu1CiwJ1XcrcqTKTMdZkPSgttb6nrqWL3Va+orJN1KNweeNgURfSVVKs9MzHLzlNiPSJ5ddhzyp9c5EG6yS4oi/C4YUefDulFz1TJKN8sq9wzCzFVGeknITKK8DEQzlziVU5RB9CWmOn0dCYunVK0JUqyxcvBN0XSRfXUWoVJzNVAmZaluVCtRpLbkFdPgBl1uR6SVMaEJFisrUgpFuagm3ebyRnyYiVTa5mGt5wciUqoQWnJlHmI4zDDaFhKGlOHZxIA0fQ9a+5uarT6+YK6pIanVNiY+tDsd9h7SoupdCwtxXPUPWChuFAHB0qbjdenyK85L7l6bzFnVus5xk09yvKzXUoVSbzq25TRqTHcfSZPFTou0kqtrJSjQqwukbYi5XzH0g07J8SLRPlVOXm6pIksKjQeKwJyomh8heg3X6ON03Nkgqte5A6gsZgzcxXJNFVLNQjUyVPzFNcqoQZkUupLhWFKSXBqWjUgais72NsP5dbr1GylDq0tyoOZOXUJUZhqLUwzacYyQtYbBJCtCm7q06VJGkkgBOJUrYsitLObhasZ6ZqOdsnVRGYqrKZpdMpkRU1+Eyl2GWGUpU20gdVxLZSQkrAUoAX1c1B4L78uPU0syJzinmQkJbihXGu+mwVb1bm3I89r9hEUWTRoyh8pwpEkB9pRLL/DPDF+Inkdz1bHsxMpDNQn8VNI9IbQktpUlMi1rugN33F+uU22sDY7YsxgoKy6FOc7vcbAm1ap0To2y7Tp1QrEBlo1lhunyaI23HbcWGUrbQ8oanCooAcBuWtKR1b3VDyrXnWExITNXmMyBUBI4DdKQ+q3oq0F2x3URfTo5WJV2YEPrrlSn1Wk16TU6s5SkzXvRVz+KmNIv8891lKSq6kAq09ZVgbm2JlIQzS2GKw9Gq7IaqCY5mxZiEFIUwSG0mxVruQq/IpBTzwMIqKd+r/OQJSu7osWUM7x8h1GiU3L+aZMaiVNyk1CvSZFHacchS475ds2heouJZUdQKSkOclJIwRrGd831NlxtT787L6kVFEKa5Rmo4fjPTeJIcGlFk3eA1AKIbV1EkAWKG+hyXKrGU3oeVK6mjOxaKuqap0ZT0hc1woQ5HPJtLukpbDgJSUkrIBGJGbm6jl+iZbhR28y0WIpNRiojVGoJca4QnOBTDKGraNJQOICAFrBIBTYmKMYOaccv1t29COpvjB34HMq0VqpgUufLkw1MpkyCy3Ty8tCks6k6rEGyimxvskXUdsWZUolSQufdR9FshcAJWQlq1/JOwt9LngGxKnxa3M9AdqTFUu+l5bsgF3glFlJUpPPbUDvy78EJT7spaahHVJLTYaZ4zy7qCwgC1x2dU28LYs5crmFUl0XJPp7xbgSwJOgFpocP0XVr+d7Tbq22N+3YYiPfOOLFwpKVKKVBGnV28v5eOFw5iY0N9pbktBdbb0pbWAhVl3Ood3d44Zcd4iybqUm5I1m53OCtZlW45IF3IvXTZKEb6LW37e/z7fZiK4opW7YJUFXBOnsvz8MTQpx9xskqVosAe1I8MR5KXWlLuVBK73JPMXvvhWHjNNkdk2IxMZVcjEBB32xNh9ZxIPfgSd8BiFHK7XwfpbWhQFrb4HwE2QNsFIzvDUCN98QyyijKbuWulu6ALnFnjuh1Asd8UeLMCe0HBqFU7WsRihOD5JYu6LOkjCtQ0knApFTFsJdqYKdjbEO1sIkzpAsRflivT5A7+3C5c+1974BTZuo2v24tUoMZnzlFAbqdDkz0TaTGVT4jKzE46hIlFbpSdCbHUtPrKGwCd/DGaUtnLtOekyItMq5qcJ+M2w6tZdgrukB4BJGlY5puSCCbi2I9EM2kVSm1GkNKmy4zjEoBcPioQ6HOokoUClaSoAWIIVe1jywfqOda7Jdqsp1ltU6cmc3UW10hlttoPPBx3RYdU6uVkp4fqptfGInfB6+EekmiRan0u1amwnspUmPe6FUKctdHRaOFkNvOXUdRBG/0yRytikLdbksLWmM0hSAhBAUdSjbdVieZ7cHqzlagQM1yYsDMrtQyshS0R8wLpjrSX1Ja1W4J6yTqIRYm4uFcjiLlufGYzLSZkibHhtR34+p52DxmkJFrqU2PXtbcdvZ34u03jAMhNTrdPqNPoLEaiRae9TY6m5TzbjilT1F1bgWsE9UhJSjq9iR7HEQmswyZj0UU+kNhD8pLbsggBCRq4aSq91diRzVhEKpyKaKg2iNHMWoJTrkyIQXpbD6VcRu4ukFSNO39pOH5PydVKnUnHamzHa1yX2XGYam0vKuShAQPUC+y+ye2+LEGuhFItNGplNzXJYyYxTsuUetTJrctvM8+rrZjMspiq1R1KUS2EqX1721a+rcgiykJpOYqS3X4NJpFHp+XItOYqVIeqriZFbdLqgt5tCiVErA+cS3YNpAUBvtDy70gqyQxGiQ6Ll2vxItQFQRMq1HQ+pxZjqbUyor9ZsayoIO2tCVAjtHT6HRIVSokSJmZqpR5kWM7UJiYrqE091Zs60UqALpatfUjZd9sSpXYHQjfKEJ6bUXU0psR3+J6NGDq9MXUrUnSb3VpFxvz5ne9718lxMyZUjv02BSaO+7UZ7oderh4yWkRULLJaWbAEBWlzmoq0mwA1UJDzdMlzo8dcaoR3NTCJTrBspGsWcSlW6SQBz3F8X6Auix61Lq3yxQFuyFVBgQXaY6Y7aRGJQ4hOmwKlKIQb7KSCb7jEk+Loqc3M0zMOVEz4lUcyTFfpMN6nsyqWa48lUwoYUl439ZIdWNdwDovpAUCTgbl8R6I8qrSKVT6myxwJrcSTLu3oS+CW1oCruBQSUKF7hJve+D+TM206qZuo82dEyZRkImwGXWZ9GW5FU20ypBdebQTrSuyS4L9Zagq6RfFPo8mTR8wUao0pxqXUW5DUqOy3H4gS8l0FCC2pNldYI6trG4Ft7YeC5RXmHxl9rN66zXET8uUAFiVVkUtUhbaUBLwSIrCSFEuHXdCCrdCSSoW3KQoMaryFZpQMqwI0x+VH+QXpa0KY0RgsL0bkIOoBB1G7iSmwtcC3IdNrb1UqtfrjtMq8liROTGbpJDb0zjgBhJRZLYUFLVqA0oKNNuwBYkJv012PUpLlMCEuXWphThCwklKCkWIuoBN+y9ziRK6wyrLHQn0GsxqUpDb9Ki1FaJDbyhIKrlKdV0Gx5G/4YlUV2Mqa007ChOiQpvQH3Vpbb+cuQo3uEkCyt7gG97i2HX81vT5UatvvQ0VOCmNHYiN09CWnG2mwgKVpASTZCQQRc6iRYADA6PNdEd5tttpxLqEJcIYF0WXcAG21ztcdhtiyvXqVZW6FrzHktMd12osVTL4jSn6g43Cg1DiKZQw4E6dNrgL1jhXuVpSTtiPleltrfiTH1UqSx6QuMIU2XwiVcJSgtVrEIFtlX3UAntxHLcGjUiG9BqSJtSlMyY8+mPQFD0BIUlKFBxV0qUoaj1fU02O5thcZyBU6Q3GmTYsEqnFxY9DUpxKAzYHWn6JULaR2nVh4328kckr3C02NHzHl5Vbp8el5dao8WFEfienLMqe8rWlUlDaySoki6wkgIBFuZJl0uM3QqNFkyRCqAq0VxMdDEvU5DWl6xLiE20myFkA7FK7+GJ9MzBTs05eep1Zl0TLLn/2qEh1FCK3yy0VpckpcQNlhJCnL9Z66QCNNjVoDMNEiohyotlqMg+jFLKwJR1gCwI6gIOvrbjTY94GHZ/nzIqqurov+W5DL4KFMNqdS28tTrr5Rq6u3mRuQO29sWdUVBkoWlEVDNm0FpEnUFKLd73599+4m2KLlmrNoSpl5MVKUNvHU8zrKiU2CfO427ATi1RpMWM0223NiSAHUL1KZUVWLZJG/wBEE2I77YN8mNUi7BCO4ylpSFRkuLcSjQ5xCNHW3NvEbYW4LEbJSNRGyr23wxAnsmG+FOxNaktaQ40SpXW30ns8e8YZelJCyUqTuo7IFhzwyKjTsWunNNhDZ4YHUB9a9/HwxmpMoVFcJSNgbb2xLazdRI+VmYyUoEzQkEBPI95P54p1Qr6paFJCkiwJ5+t2WGFF3KtOnUlO9rEVLnzpAPInE2K7pWk+OA7LmJ7SzpBsQO84TRpNYLbBlApG+CSXkgA392KfGlqbA7fPE9FQOntxHYpypO+CwqqHCPP3Ymw6sNutiqCQV7nfD7b1rWwLimHGNi7N1jb1vxx5dXuDvipJkq5ajh1L5PaScD4aCYbfqanBZJxFLpJ3OIYdvjHFwSikDY4MyXneoZcrUArq1VhUoSoq5Ypj+h/hMvBxPD1dXWg3UgqFgqxxYpmbVfKWZ6hIquZRSqwxPRTHnXkF6VxZAURKPIpURqc0c18sU6BIhUyrUeTMp7U6E2pl2TDElSRJQF3WgrTu2VAW23HMb4JTqKrMT9QqdNjxqXSktvzmKc5OC1R2A6BwklZ1LUNQ57qAJxzEUewYLHW1QzTXxTTmcdEhqjyoJmhnjKnCMkdfT82F24d7fQ5duKhRYiKpVoNPjxps9EhxtLkSOtKHXVciEGygDcmxIPeRix1h+BMLuZYlDbiZSfmPsRqB8sKdVHf4COvdR4igCUK1lPWKdJNgMV6mQXpdVgw4CEMTXFMlpz0kIAURe5USAm5I7dsW6fAEi31vM0yq5apMKmz8xS6TT6SiFWm5SEKYip9MUtKGdPJsFbZGuytZUPVsMVVtmj+kyipVQEMpe9EIQgrUof1Wve2n61vZgo6qNOpPFpVLNPYp0Jput3qfENQcMg2cCSBb1mxpRqA0BXM4DNVCm+mTFrpqlRHW3Ux2BIUOAtV9C7262nYWOxtvi1TxgilkstSVmeFkd6mNoq7WRU1Rt8iXHKGPlAx7Aa7W4hbKrJB3Tvba4FZhaoDTlPFBkVCQgwWVTFT2kIKZZB4qW9JN2htpKrK53GJdDrzFFrTEXM8eVXqIhxT8iktVFTSXHCyUtrCxqAULoNwL2SU3AOGctVOgwafLarFFfqkpciKtiQ1MLIaaQtRfQU6TqLiSADcabXHaMWFfsRPgZbn+l05MadJeLcNpYhNISClKlL1EHlsbqN98EXaRGaylAqITUEyX5bzC1uMaYhQlLZGh3clYKjcWNhp27wjoRLlvriR1tMqWVNs3KyhN9gT2kd/biUKnNcp7VOclvehMuKdbjLWS2hxQAUoJ5AnSkE23CR3DE+1tIrN2L7WKvlvNmbocqtZircmIW4EV+SaeyHUMtxUoWEoSsAltSQhO4ukXJWdyLyzU80Kq9JhUZ2WmpSXI7MBLKAh1Sw8FM6Da9w5Ygg+ZIwmNU8m/LjDjlCqZpQXHLsdM9PFKUs6XgF6LArd6wNjYbdXAd5qbEMRbjjgPDS4wriXKUX6pFj1bEeFjhoroV5u+SzPVLi1Cux85SK27V4qHxFSl0KU3UC8CsvldzpPzpVpOoq074C1Gqy63OfnT5LsuW+orcfeUVLWe8ntxHXLjuR4iUxdLqCovPF1RL91Ejbkmw22588SqrLizqnIfhQxT4riiW4wdU7wx2DUrc+3E0VboU5Mm1xVI9Ob+RBO9C4DWo1Ao4hd4aeLbRtp16tPbptfe+H6HV1UuayW5MmMwpxpT6o5AcGhYUFI7NQIBF+0YmZ6oNBy/Mp7dAzAnMDL0RDr7iWtHBdN9SOZ5beI7cB4cZU+VGjMhKXXlpZSVrCU6lGwJJsEjfmdha+Di1KNytJNSD0iozJ1brUumvTZKJHHcddeA4y2FKupTmnYXBGoja/cLYzETRS0j0lycHOMoKLSEFPD4ex3PrcTmOWnxw5Jab+T2aZEgiFU6YJQqc5M7iJnAODTZPqpCQCnqk6r3tyxBfkRUQ1sphcOVx9fHDur5vSBo08udze998HHKwRSVnctzkOuViVR52cI9a+Q4ceFGclojHWxBIIZDalAJN0JXoKj1iOZ5YrIdQzLWqMpzhpcJbU4AF2v1bgEgHlcXO/aeeLTS6yzmfNOXaczTpsmnPCBEl0l2rKCZ7jQCfXXYNAi4Sk3CNRCT24BtOQYkipNyacpaiShhtMm/o5DgvdQBDnVBT3bg4ULrDQM1dYDtJqNOqMiRJrc2cJbrb7mthtCtb2m7QVciySq+oi+3IDng/CbLFbQzFE1kBKFfPsaXkkoBJ0d2+3hbFOptGezROqQpMUBiOy7MU068kFthA1KF1EarDsFye7FjyfWR6VxZT7rzoASXFOHUbCw6x8h7MP7Mz6ytG9i0RJT8GmvpcdlIS7wE6UsJKVEKJsTzFrEi3PfA2RUSXVJUpR0qPMWPPe+JtQdck05S2QpxllTXFs6BuSQi3vPlc4qan1l5ZVe+o+sbnngYq5XjFyjdosj060hjrrNkIsS3YjyHb/PCBKUVL0quFbEkDlfAz0gvuMlsuaglCRrVc3A7PDD7StJ0kctsPbqFZIMU4pclMoc2bKwFHwvjfU2i0RGVFEIaCA1cLvuTjndpfPswUTVZa2AwZDhZAto1bYr1acqjTTtYOE1BNNck7WkLUEkkA7HD7bnffAtpy1sTEL5duJSq0EkOG22JCHQR4YGtuWG+H0u7YQFgkhzcYdS7Y4HtvbDDyXtsNYFom8be2M8TzxCDm+FcW/fhhrHDtEnsjLVcQ+umB0pjpaRJi6pCgFkngrAsg/WKuYsMC3oojsRXUyUOLdBWppN9Tdjtq7NxuN+RxYMhiqHOOXZyEVBsQp0LTJhQvSHWfnRwyhs9VaiQdKT6xFsZzfJqldzDU7iXNTBkSHluPRUtOpSp4qU46hOyFFSusL2BUAOzHJwb4PXfYi1bNgqmZ59Z+R6PDTJ4g+T4kYohtaklPzbeo6bXunc2IBwFbKfR1aijdSeqdlHy8MF6tnqsVvM1Qr8ySh6qzuJx3gw2kL1pKVdQJ0jYkbAYcoFPYqtQjmpPLjxCpCHJDbWsoSBb1bi5sO+/ni9TuiKpJQV2THaexRqZHitSaTVVViK26qQlKy7TlcU3QSQNK7I62xBSsWO+BjK00aVNaU1GnpKHI6XFJKki+wdRy3FrgnvxZKfl6M7EmuOSFtvNpR6O0GtQeJUAoE36lk3PbcgDDb+X5DrBCWFKS2Cs6Uch2nbsHaezFyEcGY9ZG9gN8utHK5o4pULjemel/KnDPpVtGjg6r24d7q02vqN79mHafRUTKDUKkahCYXDcZQITzpEiQFlQJaSBYhGkarkWChzuMD5cMsE7c8NNqIABPV7sTxx1LSkp5RdKXmBWU6EhuLFiOyp7RccffZS4ptHEsnTqB0m6DuOYVY7c5DSImdWVJZZbi1tA1BtvZuSAN9I7FAfRGxA2sdjV5y9bUYX9RhAH5/mTiZQYaHH+NImO0xtLbjjEhLClhx5CdSUC1rEq0i/ZcY13qNktksxVsfLldmZ8qaa3LEu5Jy/UWaDXY0uZTI9WZYXqcgTFKDTosRpUUEG299iOXdthzLklVMmsVQIhyFU95p/0SaNbciywdCkfTSbdYXGxweqVCezXRVZhjNpMplYRUWmheylcngBySrkbbBXdcDAg5eKAyUOcYrQFLATbQrtTvzttuO/FSrTUJ4d0+H3RB48Ws89fchy5ZmzX5CmmmC64pwtMI0Noub6UpHJIvYDsGPINwMT00BznY4UqiOoG1z7MMmlgrykpEVs7b88P8QLAFgLDTsOfPCVRHWSLpJHfg9kyM5MrsRSVBK4y0LQdIO6VApuDz3GJL2RBNqKchuTTWotIp0xM+LIcmBwriNKUXImhWlPEuLdYbixOww7Bc4VSTpiszCSUhkJKkqukgWHO+9x5Y21K6P4s5p194oQ46pTi3CgAFRN1WA8T2C2KZQ63A6Pc5RZaIJnCM5qJcVbY7dVPIe0nCjlO5nLVRqX2LKEwXi9nWgtTaTSKSloxmHWZ7S2ojwRYFyQCT63NRGx3NueI8mQzU2h/w9JhGmoIKWdafTDxibi5JWQF25jqpHdtZ+kjpGi9I9aGilGI0iKstrcHzuoIKgb921vbipv1yquU2NCkECMYgZZ1xkJ1Mh0rGlVrnr6t+ZIO+2FtwpImpVZ1IeeNmR5RQ+UyrMth5xZEZs7tb3At2Dc237MGvS0uKNRaZisICks+hoWQfUsVAHe23O/M4EUabNprs4xWQtbkR2O8FMhZQ2oWWesDpIA2VtbvxJkviNxKfElJnRQtLge4HDUo6ACLHcW3Hsvg7ZsM+LkqNJW8+1xVBY1Ddw7YkskhCSVAlQO1+WIzFTcYYUy3w3EuhsqJaFwUnYA8+3fvxlDpUok8ybnBLkgaC/GStQKUBsAAEA3ue/EtlVwo3HVF7E4FMO8NaVWFwbgKG2JSHdXO3PDtXImgo0vfExte3jgU05viW06MREbVwm24bDwxLQ743wLacvfsw+hyx7MIBxCqHbWw6l3/AHfA1t253Iw8l3uwBG0EkubDfDiXtsD0u+Xvw5xb2+GENYIB24xnjEYgh32ezGQ7/u2ENZnErFUqlHW2qNOkw1HhPILL6knqHU2rY80ncdoO4thb9afUHHG5cxMmUhaZzinyfSNS9R1dqgdidV7kXw1TJLNJqsGU/HYqbDS231xHFK4boBBLayCCL2sbd+Ho0VqqPz5QMSEywDIERx0p1grA4Td+sogK772Sd8cdFO/B60MUoRRIV6W2442ULCQ0oJIXbqk3B2BtfFtoENSmRurh3AO+17d2KtV58epVyVMiwkU2M88pxuI0olDIJ9UE72GLdlmoRo8piU7FbfYbUAqKXSNe3eN/HGjSVjL1qezBaYDEdUd9pSH3JatCY3DUAkK1dbUCN7jYW7bY8sSIanmeI4wvSplaQsja9lJPhtv5Y9MpYhMw1iTGkCRHRISIzusthRUAlz6qxbcdlxhpLrMVlxbzQkcRtSU3cKS2o8lbc/I4uq5zLvciq6NarWKaubHa+aAuEk7nADLmUIVUpeZJE/MESiyqVHDzEKUklc9eqxabtyUOftHZcjYELpdbotEEJyMXHW02QpJ25Y1c3HXV6i7KWFAuqKtIJ7cSvzYRp6OpWSl4uIrhj4pDzzMRzSsJW0ADbYkEj+WLXT6bLkU6NAdkPLhsLW40wVHQhS7aiB3nSn3YK8YN5dity1BEOIOYHWJubDbmbYtHRV0MZw6e6yqn0Br5MpLQBlTHFEIjoN7F1YBN1WISgdYkHYhKiC1FWEPMxQnV1HlWMg7IufaH0YZkQ7U1GoU99Bi1GmRzqU/HXstJtsD2jURYgEbgYQKVmDMlUkKyPkDMuZaOpwqiymYLjhU0SShSwylxKTp5jUQN98d3dE/7IvRl0WNIc+Qm82VpJF6nWWkOpuLHU2wolDdlC4NlLF/XOOpWEv5syaphAW3PpPWbOxKmDzT/AITuPLHOV/i00tsFg0aXw+kp7pctZPkH/wCkfTIhlTp6I6/oAvpEN7X7tN/wxXax8vZVWhvNOSK9lxSzZPpkVbalHwS4lBPsx9VJ06ewm6lOIbHMDnbt/wB3wRTmuCIziJJVJp7yDx0SmCpop5KSokFPeCCTivD4lX5ZLU0VGySR8nqVHhZokJi01wvTFGwjFJQ7fu0kXPs2wZj0uPkuaHXFJlzdtSGjdtr2j1j5befZ3fn39n/oP6VYi0Uylt5UmrslNVprSEIBFrHhJICeQNkFBJ3KjuDyd02dAWaugaUw5VEmvZXfSFM1mP8AOKA5kkgdYAXJBAULKO6bE7mm+JQqNReGYuq0E4ryvHYr1R6R2UxVKWQXCnc32xqqo1A1Ge5IULAm4B7sWOo0lt9gPNKDjTg1IUncEHtGKxIhLZfCEpJKjYDG3CzMelQhS45CDEp1Ud2S84tbhQI7ZWSdrbgeSRb2jHl1SXIRFQ7JdcTFQGmAtZPCSFFQCb8tyffiI64lRQ2hWptvqg957T7T+FsJTzxYuuAwvEq02M/KfZlvtvSW1svuJWQXEL9dJ8D24Uw8hlpLjankSwuwKbBARpt53viLTpEZgyPSYnpmtlaGwXVN8Jw+q5tztv1Tsb+GECxOxPvw65HtgJxVLDqA2VawQEgd99sSgSVErKgo874gRoi3GXJCVpShtSUnU4Ad72IHs9mHU6SE2vftOrnvhiJoL8ZTygVOLUQAOfYMSG72vrV78CmGwtQFzc/2sSmUIAIJXfsss7b4RG0FmgSB11+/ElA3F3F/bOBCGUE3uu3984ktsNm3WX9s4GRC1YLtg2/rHftnD6Gz/Fd+3gQiM2fpOfbOJKIrY2C3R/mHA2AwFUtH+M97F4eSz/1Xvt4EphNH6bv2zh1MFr+I79s4YZrswqlk/wAZ8f4/9MLDP/Xe+8OBaaeyPpu/eHC/QGTvrd+8OBsNZBTg3H9c994ceDNh/XyPvMDEwGBtrdv/AHzhfye0Ppu/bOFZjYONUk77Xw42lawop7Bcgd2Ho/ophSOKXRL1I4ITbQRvq1X3+ra3jhVPnS4qX2Izi0iUkMuIQL8QXB0+8DHFwfU9UEJZcUE2QQFGwNtif9nFjgxW6aAJslKXB+4bupft7B5E38MQZlSq1JUzSpvEaTTZK3BDeBBadJGu4PadIv5Yw85IhzE1OE4pN1laXEm6m1G/VV48/PGxp3GEHPbua6Pou/qV6sXU8rdkW2NmSmtAWjyHTbmp8J/+J/PCns3U8JN6YldvrPq/liiMsSno78httxbLNuI4lJIRc2FzyFz34YDi1jffzOLkdZNZSX0RnvQU73ZdotcpM+UkPUO7d9w1KUCfab42plH/ANOnEpNQy9XIoA6zkaqIUB/hUyfzxp7LcBS1J6o38cbtyDlFdX6xQAyhQSSeRPM+4b/ZxYlrZTjaaX0S/RGZqKcXLZFtfN/ubT6I+gvo/wCmHNkeM1XK5S33HNMCHJprchCdtRW4tK08kgrUdBAFrHbHeNN6Ncs5AyfEy1lrMtIjpaT1zIXwnpDyrBbilHYqJA2vYBKRySMac/ZfyB/R2kVfMc2IWFNR0xmAsatCnLrcKb7gpASkeCziodJlXkV/M0WPDaFWBkpCmWjdz1h1QBvqO+3bbxFuY1Llq6zhB2ivoWqDWmppu8m+O9jqWh9G+YHpCVuR2Xo431w30PIt4EG2Nx5RyymjJSss8K40LSRcqB5g4486NOkyVBpzSG1uwHNaWghK1ApG99trEAHn+GOwsg5xRV6K0p+TdSQOs7vfbljC1VOdLDyaNCoqi3PBAzX0awH2HVtDQhI1Hb6PhjlfphanGLIhU9l1NPiIW6tCOQAF1KV2dl7Y7UrddhRaPIkvAPNNjSsNqAIB/LHMOd83ZD9JlNu5ik5dedSpxQlxi6ygJFyriJ1XNhyt3bGxvFprylZplipJxTcTmPoxzNKmZrVQyvhqeQpaUOnTsEawRfbcbjv27CMdAZSzNBzLBkZHzRDE+C82W1R3Aeta5ttuFC1wQdrdhsRyrkpcmT09Ot0iYznJT00MQJtLlJuWVlxJK2SSsJspFgRsTudt+j5lFmUDpAkT58R6K442AypXUKFgAKSb/SN9juLahfGxqNNKlKN1ZtXRVjqlNNPhHH/7RfQg/wDs952bQwpUjJdaKnIUgi3o7lxqQobaTc7iw7FbAkDVNYpojsLXpu44CE7ck8iffsPDV4Y+oHSP0f03p56L52Vqmy0uUtsyIDzoGlmSlBDawewHVoUeYStVuw4+Y7ceUwibSqi2tFQpj3ozqHhZzSNk6h3gDSfFJxufDtU5xcJ/1IxtZQUbVI8MpSVCO+kLTrSFAlN+Y7sPyX0PSXHGmgy2o3DYN9OF1iNwnNQFt8QErJx0UZNqxnNJvcSUrIPLEhtSu4e/ENKyezDwdUByHvwQDJYUrnYe/Eht02SNKb+eIba1HsHvwsLWDsE/awgWrhRt1Q30p95+GJLT6wD1Ub95O34YFtuuE+qD/ixIQ84AOok/4j8MIjCrby7DqoN/7R+GJLbzlh1UfbPwwJbfdH0UD/EfhiSiQ7t1EfbPwwgAoh94EEIR7Vn9OJLbzxt1G/vD+nApuQ9t82g/4z8MPIkSUj+rbH+M/pwzswGl0CiJD534bdv+4f04dD0gfQa+8P6cC0SJNtmm/vD+nDqZMg/um/a4f04CwDXYJpffP0GvvT+nCw++PoNfen9OBwkyhb5pr7w/pwoSpR/dNfen9OGHyEfSZH1WvvD+nGRJkfw2vvT+nA/0qT/Ba+8P6ce9LlD9y194f04QByetQVbQnSLWNze57TiVBkMMNyOKwXnVoAZWHCnhKuDqt9La4t44gkXxmxxwMW07nqViQ9KelPLddcU46tRUpa1XUSeZJw5GmOxidCueykncKHcR24i8uRvhQH+7Yu05Si7xeQecMIJkF1tbTThYS5bW3r6iyOX+zhltl1D4QoWN+/EZOx54nU5Si+BcW7iL4vxlvy1kin5U2X/KkV08PSLk2tuPhjtzoh6N0tZfozLzQSqVC9MWoHnxQVoPsQUD2Y4yyo0UJStKtJG425HH0mlxGMpfJTSOqyIMaK0ANzZlKQAO/l/Ow3xHqJtJRXU55eZyk+hvxijMUjoyfjtp6wcWSkH6WhPwGOBc5u1DK2fHJ0GU7FloXrbcaWQUEHmPHtv+WO6mszRal0bS30PBSjpcunknWkD3dUe/xxxdmukmsZnmSpqzGgRrcV36199Ke8n48rXxU+HpxnJyB1dRbY7eRWTM9RJa2zXJBpqowLzr21pCgpCU28Vaye7v5EY2/TOnx5haG1H0VlAAbaSq4CfPtOOS+lqoOVGjpdZh8KK0tMZjhp6raSQo3VbmShPd/LFp6DMh5gzdlWdU6gl6dRmPm2mmiQ4lW3WKgDpG4tfzOw31K+kpzj4jItPqKj8qV/Y7U6NemH+ltVl0V9a3INSY9ELo9Vt9Z+Z1K+iCqwvjiD9ozpfmT6lMiTXUmVGvFKUoCPUunkO3ArPOWs4ZCZRUY1XS7GMtKAtpxSFJOr5tSxyHj3bcxci85z/Z+qKs6x851dyHXGa9DFRDbLJdRx1bPlSVJAAC+IALdx2tiKjoqVKTm5LPQKr8QvaMVg586H+jiZ0g1qrSWpyqVVoLAqkQrd4fpZS6Bw2xYEk9brA7FPI2OPpV0DdNtTrtCkMZ2EmZAjM6HU1dCHDdAKb6lXIBIve2+rY9/O+X8uxKSac06lMNH7iK0m10J6trDkPnDi6U+vLderBAShs2DbQ5AaueC1VCNZWfQhp69xaaj/J1TlrMeU8wvKajR3qG8hXUdYOtlR7wkm6RcntHM9+OCf2uOhSp5W/aEqlUozDVSpOYGzK0QnEreSst8R1a2h10p4jb51W072vcEY6W6J5SyhlK1anAAFq5XWAL/jjQf7e1QmUXpryNVYEhcR9qkRUIeaXpIWZkgXHjpJF+zTYdhxk6OKo6pRzaxp1pSradtcnJuYYxSVpt1hcEd2KqlZBsLY3fmjPVNzfdObqcl2WedagpDcobc3Byd5knV1jsNSRjWGYMoO0pn06G8ipUha9KJrANkn6q080K57HY2NiRue5pwk47o5Odp1L2jNWf2AiHFd344dStZ7vf/piMlOntHuw6kC4634DDpkrRIQ65uNvtD4YcS49pAtcf3x8MMBIAuCL+WHEpA7RfxAw4LRIS48k3AA/xj4YdRIk9gHnrHwxGQgK21p+yML4dvpp9qRhAE5EmVtsn7wfDDyJMvsCT/mj4YHJQbjrt/YTh9DVt+I392nCsNgnJmzB9BP3iT/8AHDqZk63qpP8Ano/TiE2wDb5xA/yh8MOCOSLh1s+bYOI7Mjx2J3pVQHJCPvk/pwtM6o2/q0/fo/TiGiOSRd1oeTScLEb/AKzXtZThWYrImpm1EckJH+ej9OFCfUvqJ+/R+jENEc2Hz7P3SMOCOf47P3ScM0xrLsSxPqQ+gj79H6MZ9PqR/dp+/R+jETgE/v2fukYwWRfeQwD4tIwrMby9jnAKJx4KJxgEjGAbY88TR6UL1YWL2G+EezGRfFmElcFoWAR22xLp2oyU2VbEPfuGHYy1NupIF98XKc1cjmm4tG2cqNqW2hJVqvbbfH0GzpUHqlkmg1l9KmhIpcR1lBO41sIUVeZ3t/ZtyJUD86smOPvLQhtvUrsASD/PH0A6Op688/s+0NCW/TpFOWujytKhdGg8RpXgkNLQm526ptier/4nbqc1J2c4XzYOdHtfnOuTKdLkAUtbChJeWRZttRuhRJNgQtNgOdk+ONedKXEkVJJhIV8jpHzISN9VhqKj9a438hi7yGIDtIjwqJOZeQxcPOLIQZC+RTc+Vx5Dfcg1qrUyamQy41NiOMKsFsLcBud7nTz8PC2JoJJ70jI3O6jJo14pYqtPdpNRuqnSEcI3sCjtSQR3EA74TlvpgzR0J0+TlCk1EN0ypgINRdZShldxoUSbK2BAHI9ptvc3qVkGLMH/AA01KJC7gMNEKPbci/d2X8MC890aRHyQKbBo6lSWFo0h8cRRSlX0AeqSBy37LYuxnGflkseocKstPLdTla+Cv5ii5sk0tMxb8aoUcqYcVJZTup0bB0WuDdekgJvuRuLDHS/Rxm1T/wCz3Ki0Cpip1CiLDb8lxIWtTDyQHgtJ3TpWm1lAG6xyucaHpeZKbGpaYkl9VFjxEkGHUXEokWNllYbvqUFa7jSO+wsMbQ/ZoOXKXmf5HpqHX6JmyO5GcLi1uNPuK6zS7LJ5LAF+e1juMV9VFunuS/pd/wB/sRUavms3ZvF+uSEvJlYpMVzNFRjrEBTQRF1pN1L3Kj5bpPsxXKXLQxAkuvugOOui6L3VYbkhPM8uzFm6Q6rUDTWcqTVNyokJ1ZTdAsbqNrJPLa2B8Sh6YVPpjLbiVPHWpDDINvrHmBysN/rYHxLQvP8AEHOEJVlGle3X3Nl9BkR6Qy24boS44tRNusSVkm3d+fgNjjnL9tWsRsxdMKWkL1JguMQmbfRLOpTiR4BYcx1ixKg9EeR2pKpgFXkhbUFpxq93PrlIJulNwSeXIfSGOEukWRAq+d3FmskxoraiXuAtai4rqdpF9gsXvzO+M7SJ1a7qLg3aslRo7WaxzC7srAPLOaZWWqgtxqz0V48ORFWCUPt3BKVC48NxYggEEEYsuZW8vttrtVak44Cer8ntpBPnxj+WKtGr9Opbwep9LDr6eTtQXxgk94RpSk+SgoY7CinBqW633+xjRSnFx23RMz1QWMu5jfjRVERVobkMpX6yEOICwk8twFWOw3GAAJI2I9+MTanIq85+VKdckSnllbjjirqUTzJOG0lVxtg5zUpuUcIJQcYpN3ZLCVm3WA9+FgODfWPxxFBN/V38hhYDlrhBI/ui2AuNbsSgl0G+sfjh0NvE7OfniFrXbdFvMDCwtZ5Nnz0pwk11Bs2TUsPH97+eF+jyP4354hanbD5o/YT8cK+etszf/AnD3Q21k5DMkcnh7zhaI8ogDjpPvwPs+f3JH+BPxwoB8fuf/Gj44XlFtYURGmm9n0+9WF+izT+/T71YE6pH8Afdo+OFJ45v8x/4m/jgLgbJBYRJv/MJ/wDdhYiTT/8AkD3qwI/4n/l/e2j44yPSexgfdI+OFdC2y7hYRZo29IT71YX6FO/5hP8A7sCUpk23jX/ym/jjP/Ef8t/4m/jgty7C2SNH4yD4XxjT4H3Y97LY81Uj0IWTsPHHgbYxcqtvhQF+eLUG28CFhWrsxPplOcqEjQkhCEjUtxfqoT3nA9CdSgNyTyti9w6S1BghDqTw0KBeQkXLrp5I8QOVu037saFBTmyrWqqnH1YWy86FMtoZSY0Iq0hRTd2Sry/2Bjsf9l/NEbJEuRlWpq4TObY4ZdOq4hrAPAcWfHUpKrWADgJ2GOXshUtS6imRKb47qbANJGxJPUaT4E2v7TjftCgopba3H1h6c+db8jTzPMJF+SR3Y23RjKlafU8/1ut8LULw+nPr6G4h0dvZOqzjUtK3YzqzoFrJQsc0qPu/DEqXS2FniMxmnEg6iwpI0qPK47lW2udj294PdFHSNT+kGInLlbd1VlKQlh9w3M1IsANR5vJ5b3KgL7q1XsmYsirpLOppwrccIQ0pCLpcJNgbeF7kdwOM16lwl4c1keWjdX/lpvys1I9QIdXdfkRv+FcbUWgWwkBBHrBSQAUknaxO4QCNjvTukTMte6O6ZFWpbTyJLhQ0uRdaAEi52NjexFvb3Y21UaaunIbSzEVqaToQ+T1wLdh9nLke2+2NVdM1HzBmvKhiwoiqg40+l90aNLgSlKwVDexO45WNrgA3xdpPfJX4IoxUHtuaWr2fYWaJq5E6lBcl0JC3mXCCoJSEp27gEgW8MHcp5yg9F7saq096qxKglxLrTDMrQBY3uoDnflips09OX7KVH9MqNrhrSS2358t8TqRJqL0ritZcprkkbl+S086Unv0qcKe0dlsaM4x226F+K7nespmi9L2YH63TaHLjNSGmanxZKNKVJdRqISEkhVlBSDbtSfC9QrefqRkerPu1J5FSqyeozRIKxrZtyD6xcNd5BurcdUjlXXcz58zN0RZGYgT1rbYkS6JVmojaYzJbCQuOFIbCbbKd8DoFwca6p3RjUZDaoiWS7IfcTHQxDSoXKzawIuoq5kJTzsAAb2xzqpxlibtFdP5LdGEqfmjmT5f8E3N/STU81B6sTnkCU60EjgiyI6efCaHYE6j32USTdRN+favLCDIXfrOLKyB2DkkeQSB7bntxvTPmXFQ6Y/TYclmbMQbPFhQU2EW3aaUDbnsVj1gLJOgkuc3ZoSuJq3VovaxNrHuPcf8Ae2NTT0dsd6WCtPV061Twk89fcrNdnBa1C+5wHDyTuN/LCZMjivqJGkg2II5HtwgE40F6F1QSRIC7jlfwOFJWT3XHYcMpNx2n2YcTa3O3swWRpWHkuXsDt+GHUqHaNX+/PEZIHn7MLSggXSSPZcYe5G0iWlYAFk/gfjhetIG6D7RiGCAesdPjo/nbCwUg21WP9wX/ACwrgOBLS5v6p9t/jhQfKALtn2A/HEUAHkFH/LHwwoMqVY3IH/av/LDqQO1EsPtn6J+yfjjwfbt6vvSfjiMGdR3Kjb/pAfyx5LJHqlSv8ofDD7mNtRIbWhAJ0KUD/YPxwsPIP7v3pUf54icMduoH/spt+WF8IEAp127+En4Ye7GcUiUXkEH5r2hCvjjCH0IFtF/NCvjiPwR3n7lPwxkNpt23/wCyP04V2Ntj0JXHbUCA3YHuSf1YQAgmwQr7J+OGfR/FX3H/APnHg0Em4UoHwZA/+OFdi2pGoNR78Jv3HHibYxcDHmLkk8s75i97jfC9z24a1jbbCgrwtiaFSPQViwZPhemVhvUeq0C77Ry/EjFzbHpVU4YPzUNICU97ihz8wPxOK50fJTxZrhPWSlKQPM3P5YO5adS4mQ8sm6pS1HyBHwx0ejcXCKXW/wBjndbJ7pv+1JfU3P0c0wMyAtR/qGQ7z34jl9PsCAr7YOLNWq6IrenipS4RqKdQ1EX7Aef+mGujqlPTKJNlxIxkIckbOI3CUhtuwPda/bgHn1hEB5YlO3UlIGhlAWfLX6o9hJ57Y1a0ubHBwiqups+TLGY1h9JbUeKFaklBsQRuCO61rjyx050TftXCH6BTekEmoQkpOme0jW6hRTpSp626rJUq603UdRuFK3xwzNzUpBU0hBjtHYgE3X5q5ny2HgMWpyrgOBIJ09lsVIUIahNTNqpVraXa4Yv9z6rtZTo/STSmqrlmsxZsRXW+YCXQs9xVuBbttuPDFVzd0aVyXCdgQ4LcJlxBQ6tpXEWsHmNX0QR2c9+Yx81aV0l1rJFfVMolWm0aUpCfn4MlbClAdhKSLi99uWN5ZX/b+6VYTAjzKpTsxpQm7bdWprSrgcxqbCFE27SSdvHGXLS6inO1OSaXc2KVajUgpThZvtk2tUugqNRG1uOxuK6CAlpHrLUTYJ8ySB7cTaP0Fygy0hUULkK3DaBYAnmoJ3JPPkDbGtJX/wBRjO0lKEf0XyY04klSXU018m9iNwZBB59oO9j2YqWZ/wBujpVr0Z2M1mk0SK5+5oUVqGU+TjaQ4Pt4LZrJq2F8yXfQjxf6HbeVMkUjoy6NK3DzfMYpDAUisBLgJeIbukqS0DxVJ0qIPVTueYxzX0k9PkedEcp2UICqLSVhTb8yQEmZJSoWUnq3S02oGxQklShstagdONC9E/SDIn5/mInSn58mswpMRxb7pWt91xpSUFSlXKiFKB37hiAxVg+2W1GwULEYv6f4aknVqSu39Pz3MLWa+p4roxVo2Xu7mw4FdTJOkHfc9/s5YpPSfl5ExhVSaSChfUlI7N+S/fsT5HvOAdIrDj0tKWwFrB2vfYjy3xsdlLVVgLYduWn2yhYHOxGNWlK2GYNam9PUVSJzBVKUW3XBY8ZtOtKgbFxvv8xvfw8txKVLb9bl9bF5zREdp+s6byITxSdXI2VZXsOKZVWRGlkI2YWA43YXOki4G/dy9mDmlF4Ow01XxoK5hF8KDu9tYB7rknEIAJ5AqH1VHbDqH0WItptzAGBUm8PBZcES7ubFN/abDDieIduIlPtJOIYfA3INvEYV6QnuOH92ROLJYbWb6nLg96jhSGlgEIWlI7gTbEL0tI2Kb+3ChKRb1Cffh7xBcZPgnBTwvqXt9YKVbDqUOqAKXQb/ANpRwO9LSP3Z/HCDLbJJDZSe8Xw25Ibw5MKFEhP74D/ErCgzIP74e1SsCxUkg2LNx3i/5Y8KigjqtficJTh1F4UwrwJHY8n7a/jjAYf3KXkgntC1DAv5Ta/gE/3b4z8rtqNhGJPmq2G8SC/GJUqn5YJ8GUjb0ke1ahj3zyR1pKU37CtWBfymBzYNj2JJ/M48KmyL/wDDKF/E4SqRY/hT/LBXhSj+/SL97ir/AJ4WGJPbIB81qwJTU2gLBhafIm2PfKqBt6OVeIJGH3w/LgulN/iNc6R349jOq2PavL3Y84cInZXMHYjc4UPM49q5bYzxL4KKSfI5a8iEByYgnmkK91/jgzl35sz45V1mpCzbwPI/gcVXKdQEKrt6zZDt2z7eX4gYtEpwUnMaHiNMeYnhrPYFjl/L8cb+klFU4u/Da+TMHVwbnOP9yuvkbm6IpwUioU9azqKQ+hPt0qP4oxOztSeOgvANIunSXXF6SANwAORvv2HGu8uV1zLtajTUJ1hpXXR9ZJFlD2jG7ZAj1inIfYUHY8hAWhYF/I27x+YPdjalHcjg6ydCsqvRnOlciXJVqse/bE6j1X06CkFz59kBKhfmOw4tGa6C7CeWpaCU3/rFH1ye0D8+73YoEpp2DJD8YkOJ7UC/8sVYS8KWWdDHZqqaX0D09tuoM6FuKbcTfSsdhxX3JVRoshLl1fNkKQ82bpBHI8tvbghEr0eXZD6REe7dfqKPgbbe3BEIcAvc6SLXHL340GoVfNF5I4SnpvLNY/OGVyo5gSopfZPDYe6yUpP9WrtTv3Hl4EXwP/pGp0BKVqUsm1k73PZawxf6QxTXHXI9QitLjSBpU8tsKLSvor5X23uO1JPhhMqhKosxyP6Mhl1s2JQkAKB3BBHMEWIPcRgnp3fdFlj/AFlCOHB39yb0IokRukrLk+Skp0TWlIbKhc78zgmpSokmUXHNCWlqCrDsBOJXRe03/T7LxfWlttc5lJUs2tdQ9/PsxXq9VvlarzExkqEUyFqClbFfWNjbsHh/sW2406KXqYM1PU6tytZWX6slUAXfQokhRVqJUuw3Pf2duNxZeCvQ2Ekk9UDdWrbzHPGtcqUpb7yCCUHsO6TbtINiNu7G04SUx2rkhKEp3JNrDFOMbu5V1802oroag6RGUprtbQnkrUSPEpufxONaTxx6FCe36mpq/t2/AYuua6qmSurzuSHlOLSCbkaidI9lximzSWMqQ0kAcR3UPLrfHFqbN34enGEfdfpkChXicKI1WJUbjlY2wgL8MKDm/IYgt0NvgUV6T1zcfXFvxFsLCh2Kv5EfDCQ7/ZT7jjIWpFuGAB9Xex/DbA2a9hci9X9sg+Y+GPDTfdaj4BQ+GPNywo6dIChzSQb/AJYeEkq2snbwPwwVlymA1Jcoa6o+mfatPwxg6DyWoH++m35Yc9NA9RCXFDsSCf5WwsyFKAuEo8ADf32/lgcdBZXKGNSE2+cUPNxP4WGGiEuHUlSknsVrTf8ALE1DwHqoST2nrE++2FmSTzaHsB+GG2p8sfc48IHqbCfXcWsf9xG3stY4WFMuDZ1e3YVouPwxPEy3JKPcr9OMGSlRF0IURyPWBHkbYbZFcMfxJPmJCCkn96594j4YzpR/Fc+8R8MTPTFWvZCrckkKufbpxhM9KjZSEpV9VWoH/wDXC2x6sTcuiIfDBOzygPF1Hwx4tAc5P/lR8MTzLt9BH/u/TjPpnc2gexX6cFti+oG99v0Na49c49jF7eOPP20jqEZucex4XKu7Hinxwyv2HFpUUqB3Fji/w5LWaqKWHDZ9AAUbeqoDZXkf5nGvtPdifSqm9SpaHmleCknkodxxe01Zwb3cPkqaij4kU44ksou1Bq7ms0+cNExrYFR9cf794xsvI2djl9RiTVLcpzpvtuWVH6Q7we0eRHcdZyosbNcNEmOsMykeqvtSfqqt+eEU7MS4zvoVUTwX07B4jZXn8RtjoqVTYlGbuuj/AHOY1OlWpi7LPVdvVHTU6lw6vESoaJUdwBaFpNwe4gjFCr+RVBC3GQX1leyEJCbDx/0wDytnWXlpQS0tMmIs6lsLN0m/ak9h8Rt4HGz6Nmyj5lSEsvpjSVbejPkJV5JN7K/PwxbcFJXOYtX0cvLmJpCpZZW0V62yAFFGocr4Fop8qCq7Drjfgg2HtHLHRk7LzMhSS8wlZSbi43HtwBk5ChurSQkgatZ8eWx7SNu/vxF4clwy/T+KxatJGlkyqon96D5tI+GLLTKvKrkdinVWcYoZToiziyCGhcnQ4UjWW7nmLlN9gb2N3PR3GCWgFX0klRUj1weXI7Ww5H6PYyLalFRCCkkItc32PbuNvdiaDqR9h567TyzbPsJyZ0cTslzXM11qVDdbhIUqG2xUGpLsuSR81oShaiUpUQpRIGwI52wAoeVXpatWiwKlBR5aVeN/5YvcDKUSOE6WAogJF19trWuOV9h2YNswUsJK12ShO5Uo2Ce837u3E7ylFcfuZ09fK7ay36ESh0ZEBsJQkXUBrIGxPl2YGdIGZkUuAaXGVeZITZy3NtB/moG3lfvGGcydI8WmNrjUtSZUoixkWu235fWP4eeNN5jzTwHHLrMue8olRUdRBParvPhiVRUfNLgbTaSrqam6SI2Zpa58hilsbuOKCnCOzuHu3xEzc6hn0SG2eqy3e1u/l+AxOotPFKjvVGcTx1gqUVHdAPZ5nFSqE5U2Y9IVtxFavLw9mGm8Z6nWaemtyjD+mP3bMBW3M+WFpVtffEdKrnc4Vxgg2HWI7E74gckuTQ2N4JSVC453xlTwbF1Gw8f/AO4ihSydyEDuFifx2w622lKrgC/1ibn34W6XRAuMVyLUeMBZCgOYUdiPED/+Yyeom7mt1PeBsPNN8YFuWw9mFDc8xt4YHbfL5G3Wx0HgtJSLJBT2WAt+eFhYv6qvYn/XEXhBJJQpCT2pPI4UlaCbEpSr6pAPu78GpdGA4p5RI1D6qj7P9cKCkfVV7Uj44Y6vei3kMZIT3o+yMSXI7IfLie1K/d/rjwWk/QUfZf8AnhnY8y39kYzYd7X2RhrsayHitI34SyO/QPjjHFacACkKIvy0j44a0gdrf2U4UCLbqat/dThD46C1KLYOgLUO5Sf53+OMCS3tqC0E79ZI/O+EhtPMKb+yMYLSSdy39lOAz0F5eqKCSb7Yzc49hQ5Y4FRudQhIuCceuce78ewlF25Fc9jyVEYyRtjA54JRa6iYRpNYkUmRxWVbEWUk8lDxxeWJMDNMQJWkFQFyg2C0eR7v9+GNcnD0Z9xh1C21ltaVbKSbEY0qFV0/LLMX0KWo0yq+aLtJdS4/JdVoQKqc6Jca9+CoAn3fzGJMLOTC7oltqiuAWO2pPxHu9uJGXam/Uqa8t8pLiLWWBYnbt7MEJMKPUgEyWG3QRzUNx5HnjZjGUY7qbx2Zg1JwctleN33WGH6H0h1KE1aFU+O0bDhKUlwAeR9X2Wxa43S5KQR6VAYf7LMrLd/HfV7saTr+WIcFvis8RJvsnVsPLbFbYqs2O2eFMfbA5BLhA92DjqLO0l9CJ/CKNdXh91+x1C30sQVC7lPebP8AYcSv+Qx5/pZhoTdmnuuk9i3Qi3uBxzQnMtTRsJiz4qAJ/EYwrM1Uctea6n+6dP5YnVaPYr/7Ak+V9zoiX0tTHUKMSCxFCha7hLikeI5C/mCMUjMfSOqokpqFTMi2/AasUX8EpsAfPGqVSn5jieM+47f66r4vdKyjTkRQ+ptTy+5yxHutiRVb8Iml8KoaNb559v5B6q9Uq4osU9pTTX8S+/2uQPlvgjS6FFoSfS5LgW8kai4vZKPLx8cFHiGIjnDSlAQOqEiwGNe1ysypzqUuudTh8QITsE89gP8AZ8cG5eElKWWS0P8AtXp0vLHr3YQzDmP5Uc4bZ0RUnYHbUe8/DAbWo2CR7VbAfzwwhICr81d554eRzxBvdTL6muoQorZFYQpOo7qVfwGww8lZtYADwAwxc6sLSdxglFIGWR0KN/8ATDgcUB4eWG7dbCgBfkMSojHAtR3BwoLVfnbzA+OEJ8hhV/DD2uDtQviLHIj3DHlBTgsq3ffSAQfPCSrYbD3YdB25DC2ojvbga1vN7k60dqgBceztw4HHFAELSQdwQBv+OMgjuHuwh1XCSpxIANxcW2O/biN3i7BRal0FlTvYr3AfHGQpwclj3D44dSAewYxcfVT7sSbPUi3LsI+c/i3P9wD+eMXe7SPOw+OHbD6o92M7dw92HUH3G3rsNBTwHrg+YHxxniOjtH2R8cOggnkPdj2ofVT7sFtfcW9dj//Z"/>
          <p:cNvSpPr>
            <a:spLocks noChangeAspect="1" noChangeArrowheads="1"/>
          </p:cNvSpPr>
          <p:nvPr/>
        </p:nvSpPr>
        <p:spPr bwMode="auto">
          <a:xfrm>
            <a:off x="155983" y="-144462"/>
            <a:ext cx="304779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F9B1FEB0-412E-476D-A875-785019669CC2}"/>
              </a:ext>
            </a:extLst>
          </p:cNvPr>
          <p:cNvSpPr txBox="1">
            <a:spLocks/>
          </p:cNvSpPr>
          <p:nvPr/>
        </p:nvSpPr>
        <p:spPr>
          <a:xfrm>
            <a:off x="733900" y="1045258"/>
            <a:ext cx="10458236" cy="4582544"/>
          </a:xfrm>
          <a:prstGeom prst="rect">
            <a:avLst/>
          </a:prstGeom>
        </p:spPr>
        <p:txBody>
          <a:bodyPr vert="horz" lIns="108784" tIns="54393" rIns="108784" bIns="54393" rtlCol="0">
            <a:normAutofit/>
          </a:bodyPr>
          <a:lstStyle>
            <a:lvl1pPr marL="481965" indent="-481965" algn="l" defTabSz="1147269" rtl="0" eaLnBrk="1" fontAlgn="base" latinLnBrk="0" hangingPunct="1">
              <a:lnSpc>
                <a:spcPct val="150000"/>
              </a:lnSpc>
              <a:spcBef>
                <a:spcPct val="28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l"/>
              <a:defRPr kumimoji="0" lang="zh-CN" altLang="en-US" sz="2000" b="0" i="0" u="none" strike="noStrike" kern="1200" cap="none" spc="0" normalizeH="0" baseline="0" noProof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defRPr>
            </a:lvl1pPr>
            <a:lvl2pPr marL="40005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zh-CN" altLang="en-US" sz="3500" b="1" i="1" kern="1200" dirty="0" smtClean="0">
                <a:solidFill>
                  <a:schemeClr val="tx1"/>
                </a:solidFill>
                <a:latin typeface="Adobe 宋体 Std L" pitchFamily="18" charset="-122"/>
                <a:ea typeface="Adobe 宋体 Std L" pitchFamily="18" charset="-122"/>
                <a:cs typeface="华文细黑" panose="02010600040101010101" pitchFamily="2" charset="-122"/>
              </a:defRPr>
            </a:lvl2pPr>
            <a:lvl3pPr marL="8001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1" i="1" kern="1200">
                <a:solidFill>
                  <a:schemeClr val="tx1"/>
                </a:solidFill>
                <a:latin typeface="+mn-lt"/>
                <a:ea typeface="Adobe 黑体 Std R"/>
                <a:cs typeface="+mn-cs"/>
              </a:defRPr>
            </a:lvl3pPr>
            <a:lvl4pPr marL="13716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4993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28631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02268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01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θ</a:t>
            </a:r>
            <a:r>
              <a:rPr lang="en-US" altLang="zh-CN" sz="1896" baseline="-25000" dirty="0"/>
              <a:t>0</a:t>
            </a:r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θ</a:t>
            </a:r>
            <a:r>
              <a:rPr lang="en-US" altLang="zh-CN" sz="1896" baseline="-25000" dirty="0"/>
              <a:t>1</a:t>
            </a:r>
          </a:p>
          <a:p>
            <a:pPr marL="0" indent="0">
              <a:spcBef>
                <a:spcPts val="605"/>
              </a:spcBef>
              <a:buNone/>
            </a:pPr>
            <a:endParaRPr lang="en-US" altLang="zh-CN" sz="1896" dirty="0"/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x</a:t>
            </a:r>
            <a:r>
              <a:rPr lang="en-US" altLang="zh-CN" sz="1896" baseline="-25000" dirty="0"/>
              <a:t>0</a:t>
            </a:r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x</a:t>
            </a:r>
            <a:r>
              <a:rPr lang="en-US" altLang="zh-CN" sz="1896" baseline="-25000" dirty="0"/>
              <a:t>1</a:t>
            </a:r>
          </a:p>
          <a:p>
            <a:pPr marL="0" indent="0">
              <a:spcBef>
                <a:spcPts val="605"/>
              </a:spcBef>
              <a:buNone/>
            </a:pPr>
            <a:endParaRPr lang="en-US" altLang="zh-CN" sz="1896" dirty="0"/>
          </a:p>
        </p:txBody>
      </p:sp>
      <p:sp>
        <p:nvSpPr>
          <p:cNvPr id="2" name="双括号 1">
            <a:extLst>
              <a:ext uri="{FF2B5EF4-FFF2-40B4-BE49-F238E27FC236}">
                <a16:creationId xmlns:a16="http://schemas.microsoft.com/office/drawing/2014/main" id="{1733B8B1-98D3-4F08-B634-3D207B5894E1}"/>
              </a:ext>
            </a:extLst>
          </p:cNvPr>
          <p:cNvSpPr/>
          <p:nvPr/>
        </p:nvSpPr>
        <p:spPr>
          <a:xfrm>
            <a:off x="4287805" y="942680"/>
            <a:ext cx="712212" cy="1800520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F5056C-096D-4A3D-8CEF-3639B86DC7B0}"/>
              </a:ext>
            </a:extLst>
          </p:cNvPr>
          <p:cNvSpPr/>
          <p:nvPr/>
        </p:nvSpPr>
        <p:spPr>
          <a:xfrm>
            <a:off x="4355184" y="999949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D0514F-483F-4737-83FB-7DF05C22171C}"/>
              </a:ext>
            </a:extLst>
          </p:cNvPr>
          <p:cNvSpPr/>
          <p:nvPr/>
        </p:nvSpPr>
        <p:spPr>
          <a:xfrm>
            <a:off x="4355184" y="1277612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0DF827-7F60-4E14-A429-3BBD21223C69}"/>
              </a:ext>
            </a:extLst>
          </p:cNvPr>
          <p:cNvSpPr/>
          <p:nvPr/>
        </p:nvSpPr>
        <p:spPr>
          <a:xfrm>
            <a:off x="3795372" y="1637830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θ=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3581BB-9F8D-40EA-A6BB-335C6F88EC2D}"/>
              </a:ext>
            </a:extLst>
          </p:cNvPr>
          <p:cNvSpPr/>
          <p:nvPr/>
        </p:nvSpPr>
        <p:spPr>
          <a:xfrm>
            <a:off x="6098989" y="2018751"/>
            <a:ext cx="1021658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</a:t>
            </a:r>
          </a:p>
        </p:txBody>
      </p:sp>
      <p:sp>
        <p:nvSpPr>
          <p:cNvPr id="41" name="双括号 40">
            <a:extLst>
              <a:ext uri="{FF2B5EF4-FFF2-40B4-BE49-F238E27FC236}">
                <a16:creationId xmlns:a16="http://schemas.microsoft.com/office/drawing/2014/main" id="{E393D3E4-CB86-4042-B3AB-4CF7FBF9D272}"/>
              </a:ext>
            </a:extLst>
          </p:cNvPr>
          <p:cNvSpPr/>
          <p:nvPr/>
        </p:nvSpPr>
        <p:spPr>
          <a:xfrm>
            <a:off x="7027756" y="1706959"/>
            <a:ext cx="1255105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700388-1457-4CAD-BF99-4AE485E0EA9B}"/>
              </a:ext>
            </a:extLst>
          </p:cNvPr>
          <p:cNvSpPr/>
          <p:nvPr/>
        </p:nvSpPr>
        <p:spPr>
          <a:xfrm>
            <a:off x="7048525" y="1965373"/>
            <a:ext cx="606784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658AE93-3839-47F7-9EE4-582D74DB11F0}"/>
              </a:ext>
            </a:extLst>
          </p:cNvPr>
          <p:cNvSpPr/>
          <p:nvPr/>
        </p:nvSpPr>
        <p:spPr>
          <a:xfrm>
            <a:off x="7676078" y="1994049"/>
            <a:ext cx="60678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8578BD-73C8-448A-BA4F-39ABE1AC0804}"/>
              </a:ext>
            </a:extLst>
          </p:cNvPr>
          <p:cNvSpPr/>
          <p:nvPr/>
        </p:nvSpPr>
        <p:spPr>
          <a:xfrm>
            <a:off x="8271892" y="1994049"/>
            <a:ext cx="606784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双括号 44">
            <a:extLst>
              <a:ext uri="{FF2B5EF4-FFF2-40B4-BE49-F238E27FC236}">
                <a16:creationId xmlns:a16="http://schemas.microsoft.com/office/drawing/2014/main" id="{99F3049C-7564-4BAF-BA31-01426F2A3D61}"/>
              </a:ext>
            </a:extLst>
          </p:cNvPr>
          <p:cNvSpPr/>
          <p:nvPr/>
        </p:nvSpPr>
        <p:spPr>
          <a:xfrm>
            <a:off x="8693093" y="1721044"/>
            <a:ext cx="712211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378DAB2-6CC4-4F11-8E2E-8835030F1A61}"/>
              </a:ext>
            </a:extLst>
          </p:cNvPr>
          <p:cNvSpPr/>
          <p:nvPr/>
        </p:nvSpPr>
        <p:spPr>
          <a:xfrm>
            <a:off x="8838292" y="1721044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913E5D-A07C-45CF-9FA8-45ADA40E7E45}"/>
              </a:ext>
            </a:extLst>
          </p:cNvPr>
          <p:cNvSpPr/>
          <p:nvPr/>
        </p:nvSpPr>
        <p:spPr>
          <a:xfrm>
            <a:off x="8818838" y="2156291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7952A9A-69EB-4BCF-9B72-F7C4FE17DC73}"/>
              </a:ext>
            </a:extLst>
          </p:cNvPr>
          <p:cNvSpPr/>
          <p:nvPr/>
        </p:nvSpPr>
        <p:spPr>
          <a:xfrm>
            <a:off x="9550503" y="1965373"/>
            <a:ext cx="2051865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+ 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0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0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379B89-86AC-41B8-A1BA-65E1175B99E6}"/>
              </a:ext>
            </a:extLst>
          </p:cNvPr>
          <p:cNvSpPr/>
          <p:nvPr/>
        </p:nvSpPr>
        <p:spPr>
          <a:xfrm>
            <a:off x="4356752" y="1571412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278CA4-D0E1-4255-B0FB-09EF23A1B6B1}"/>
              </a:ext>
            </a:extLst>
          </p:cNvPr>
          <p:cNvSpPr/>
          <p:nvPr/>
        </p:nvSpPr>
        <p:spPr>
          <a:xfrm>
            <a:off x="4348897" y="1818079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B01E2A-E8C9-4A71-8426-29C6639F5F4F}"/>
              </a:ext>
            </a:extLst>
          </p:cNvPr>
          <p:cNvSpPr/>
          <p:nvPr/>
        </p:nvSpPr>
        <p:spPr>
          <a:xfrm>
            <a:off x="4351469" y="2073077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BA82E1-9E5B-4B99-B2AC-3B0104092181}"/>
              </a:ext>
            </a:extLst>
          </p:cNvPr>
          <p:cNvSpPr/>
          <p:nvPr/>
        </p:nvSpPr>
        <p:spPr>
          <a:xfrm>
            <a:off x="4364177" y="2319744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25" name="双括号 24">
            <a:extLst>
              <a:ext uri="{FF2B5EF4-FFF2-40B4-BE49-F238E27FC236}">
                <a16:creationId xmlns:a16="http://schemas.microsoft.com/office/drawing/2014/main" id="{D05A58E5-D607-4F96-AA52-5C3E5731D14E}"/>
              </a:ext>
            </a:extLst>
          </p:cNvPr>
          <p:cNvSpPr/>
          <p:nvPr/>
        </p:nvSpPr>
        <p:spPr>
          <a:xfrm>
            <a:off x="4440205" y="3885413"/>
            <a:ext cx="712212" cy="1800520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31C418-3DA5-40BC-B52D-2375ADFEB7CF}"/>
              </a:ext>
            </a:extLst>
          </p:cNvPr>
          <p:cNvSpPr/>
          <p:nvPr/>
        </p:nvSpPr>
        <p:spPr>
          <a:xfrm>
            <a:off x="4507584" y="3942682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931AC3-8B9A-426F-A21A-3DCBA3FE5822}"/>
              </a:ext>
            </a:extLst>
          </p:cNvPr>
          <p:cNvSpPr/>
          <p:nvPr/>
        </p:nvSpPr>
        <p:spPr>
          <a:xfrm>
            <a:off x="4507584" y="4220345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139739-75BB-405E-8E2C-EDE6FE329EAA}"/>
              </a:ext>
            </a:extLst>
          </p:cNvPr>
          <p:cNvSpPr/>
          <p:nvPr/>
        </p:nvSpPr>
        <p:spPr>
          <a:xfrm>
            <a:off x="3947772" y="4580563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9C2896-D0E4-4DFC-8F40-EAE416186015}"/>
              </a:ext>
            </a:extLst>
          </p:cNvPr>
          <p:cNvSpPr/>
          <p:nvPr/>
        </p:nvSpPr>
        <p:spPr>
          <a:xfrm>
            <a:off x="4509152" y="4514145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7F5C9FB-5D51-4B60-A13D-2ECE0A50B165}"/>
              </a:ext>
            </a:extLst>
          </p:cNvPr>
          <p:cNvSpPr/>
          <p:nvPr/>
        </p:nvSpPr>
        <p:spPr>
          <a:xfrm>
            <a:off x="4501297" y="4760812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B3B76E8-3B7D-4C47-8D9E-1296CB822DC0}"/>
              </a:ext>
            </a:extLst>
          </p:cNvPr>
          <p:cNvSpPr/>
          <p:nvPr/>
        </p:nvSpPr>
        <p:spPr>
          <a:xfrm>
            <a:off x="4503869" y="5015810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89849B-A2F9-4130-88B0-5B02EFDCD5BD}"/>
              </a:ext>
            </a:extLst>
          </p:cNvPr>
          <p:cNvSpPr/>
          <p:nvPr/>
        </p:nvSpPr>
        <p:spPr>
          <a:xfrm>
            <a:off x="4516577" y="5262477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4807812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data:image/jpeg;base64,/9j/4AAQSkZJRgABAQEAAQABAAD/2wBDAAMCAgMCAgMDAwMEAwMEBQgFBQQEBQoHBwYIDAoMDAsKCwsNDhIQDQ4RDgsLEBYQERMUFRUVDA8XGBYUGBIUFRT/2wBDAQMEBAUEBQkFBQkUDQsNFBQUFBQUFBQUFBQUFBQUFBQUFBQUFBQUFBQUFBQUFBQUFBQUFBQUFBQUFBQUFBQUFBT/wAARCADcAR8DASIAAhEBAxEB/8QAHQAAAQQDAQEAAAAAAAAAAAAABQIDBAYBBwgACf/EAE0QAAEDAgQCBgUJBAgFAwUBAAECAwQFEQAGEiETMQciQVFhcRQygZHRFSNCUpKTobHSCENTwRYzYnKCg+HwJFRjc6MXosIJJUSy8eL/xAAbAQABBQEBAAAAAAAAAAAAAAACAAEDBAUGB//EADIRAAIBAwMCBAUDAwUAAAAAAAABAgMRIQQSMUFREyJhcQWBkaHwsdHhMlLBFBUjJEL/2gAMAwEAAhEDEQA/APnjRFU52F8lGmQXZ9XjMxYlQeqimW4ThlAlx66ghIKUlJC7JSCF32NzFYap+RpFQp1dplMzRPQuq00zoNccdBlpUltuYnhmykpUFKTfqug3PIHC+j2p0qFEeMqoZZiLDELSatRXZekicgrJKUK2Sm5c2VrbJQEkm4xm+vU6i57zjUaX/RvMMasyqrESzGpK2YkVpbp4ciK0sWYuk6mQCotpsDvjtLPdYrlyndEYpfR1Ky6VZUl5gOZmUIzDHzg24jgKppkBkRgotFvrbyuaXBwr3JGNTUWpU+FUYM12liTEhvRlyIyZq2lyAld1gKG6SsAi6fU5jBHLuSaLV8sNVKbnSm0ecupKhKpkmO+pxDAYLgllaUFJbKwGtIJXqUDptvgXS5beW5kSelFPqa2XI8r0SbHLra1JVqLS0mwUnayhfcHF2gsPNyOeQlBzfBbVmBMqmSJUWZDejU2P8pOpTTlLfQ6Fbf1qQAsaFbKK9R3FxGpVShMKMurQFVUOIfRczVNK4qm7IcNrnqqIV/a5HAd2SZ1TdkhtqOXXS5w2U6W29SibJHYkdg8MWuqVpim5iqLzUTL9RQ6uQyG48VfoqQtGgONoJFtN9SDeyTuNt8X4pR4IZcjuXsr5kzbmWDk2nyWnp1UcZLTMmpNsxlrDRLepxaggFKFKAub7lI3NidRk1vpDoyZeT8us0lvL1Ogxqw9LrSFGfLflFpEhCXSnSFF1lJQ3qQ2E6lKsq+CXRBmSFQ82UfLr0PIEqM5VGKiut5vhPPx0hMdaTHfUggmOS71kFIBcQ2VKATtTspUyK7AquYnKzRmZFDXFkN0Wprc4tTKnglTbSUghYQOs4FKT1CbEnkDlJzxi1vvjp/ngC1kGK9QYuT6VEiVShBNRV6fEVNRU0OIXIbdSgOaE3AS3ZSeZS5e4NhjZtYyzAy90+ycvUro/nZfqEF+YXaFFzi246GTTmyhpM9PVuhSZLpUCdSXeER1LK1fV3GMyUuNMacy5RlOGbN9Dp7bjTrQLwPBULKBFj82L7ITYna5t1WjUzoqpbkRD/R3nwQa3IaTJirflOzEOQUJDgJ0BUZBWdJIBDyFWuBfByTc1nLT7+hX6Ow1lrPuUsu1ugS2MvVuA1DVSH5rcDMbrS5MiPqMl5C0JBaLqiCgAktG5SsXtivTWC/HnT5cOW5DkNKfg8aoBxTCFP2uo26/aDsm5Oqwvg3Sc+QW0wK07lfKa/kVdLaXSn2nL1ER0qS4txGuyw6UjjbhJJF0lRvgJlirtxKhNrAgUdbjDjctiDUErW0oh9C+E22oniA7pUlZN0agSd7y01tbaWbdyrPOCdl/Is2s0mTNj1qkQmmabKmlmdUkMPLQ0UhTIbJuXXNQLbY3WEnsF8WBzMVEzky7SKLlmJlmoyKmueiqya48W2YyYgQYtnDoJU4hbgcVZRKwi4SMDFZwjwJVarUam5clzMyMT48qlKpQ4NEDrqSlURJ6rK0/u1IN2xdPMm56Vn+LJySqqGl5JRWHMwOuqozNA0vhkwUN6wv1BGvuGb3DoLhBBthNzbvJexBjKRjO9MDlcyVTqWzApBm0WlqU5Hripjbj6mhd55Sj8w4SQSyLcPkkWsTUWGUxnn4klpqS+8nhsv+kgIYXrHXJB0qTsoXJt1r9l8FJGTKGy9BS1nOnPtyGoK3ViO8BHU+m7qFXTYlk2CikkHvBuMD6fFiqlBS6jCaEYBSOM2stv/OAHUAm5Gkkna+kWti3TaUbJ3+TKdTMrtFurO8AZeTFQ1XaTKqL9QrQrSnWZqClAKENk6EkcJfWT1nNQCvVw3ld2mrqcKAuiel1JUtDgfFWXHCmQyq7Wrkk6rL1cxbTvfD9bgUtmXUKszWsrSXJ71TaVTY8N1LMYI08NbSLaUcTWS1ZRA08yQQA0GVHnqRR1qpEFD8hD/wAquMqCmwlsjQVg30X3tb17G+2GhZQx+PqRyTTyXjLvRXmSTOy3UKuzDrtLLdIf9ANfYaW7DlyVNMx0L4hLOpSXEmwuyFBSwm4x7NFHplRlTKfQcqooE7L66nIqrxrqZbTrKZellDZVZKuChSW9SCrjeva53iZypdOqlChVVFcydHk02g01PydRm3WZM5a1uBwvak6Vy2xZT67hJSUaNVjhx+tQqbkPLLDMPKc6Q/CnRliOy4anGKpOpLkpZITxLJHBKbkNkgg7YrQlJtSvni2V9c5GmoxTx/n/AAWnLuUYkjNkmEcmKqDaDPUIScxNs6Q1DU7/AFp/hkB3fnbQe3A+DBh1KIv0OhyERC5DQ6n5TslToSsLJCgL6yCobdS5AIuRiXlSLFTnOVLdeykptbMxsszEuehD/hlWKUjcKJI4fZxALdmFTZTLLzTbUOjvt8OM5riIWU3S1Ygkn1iVdbxHfiwrufyXf19ShUmoxIcKLCbiLRKpzrsh5tCYryZVg2eJ1iRbe6bptyF78+SZMZLTimUtqbLbihpK9QAv6vdtyvglEdRGjuNmLEkKfbQOIUkqb0r1bb9UmwB57Y880hwawhtGpSjoQdwL8vLuxPbN2Z0qtxh+J6GISlx1tNuNIcN1hRcBJuoW9W9uRw/HcQhTtkuBCwoJAVa3dq78ec0KUwoMoSG0hKgCeuQb3PnjzISVPq0NpulRCVHlv2e/D9LC3biS1/PExhXLEBk7+3E1k8sMRhBk2tgzS061g+OAjJtbFgo3MeeI5cEbLhS41wm+LRDjBCbkb4BUgAlPniyoNgB4Yy6jbYw6jkNrYUUhe2EIO2MgkG98RCIclm3ZgRLsOWDso9W+AU1wDFimyGR878o1Mf0SrEOoysyxqC/CgtT1U+mtvMpZE5KiVKUU2AAUpu6khbgCSQL3l5bq0qnys4RKJMzN/RAUmsMUl5mlodcfiKWm4k8w22oBsurQToNgCL4quVstZhzrBfi5eS/wG0xIk1pyooaQ6t2QEMjStSQU8RSbDkk9YkDfE5UKrdGcms0vMzM9CjHqNGZZp9VShDMpCw26F6CoLaC02UgEJXsQSAL41rs9mDkquwem2qmv5yruYqr0hVGoFElEClMuNrgtQ7IcRoKfnErbSkoCLFAUoqBG9QyvWptNzTRZkqZJprMSTFcMtmMl1bCELBbWlKhZVtyL7G3byxZ3pOWcyzXovRxl6tUHMLs5T8J96tpVwoSYfzrJOhF3CtLq9d0jQdFjzNRyfTncx5mpMNxiTUo8iZHjLiMSEtuOhSwkISpWyTzAJFh4YuU8JkbLhWZuYM5ZbQvMTtaeotGp8l/LUg0dKWn23Kjd0qWkJHDU669dZKwldkA7BJr0t8VirT15nnSYU4mQ64kRAFGRpuhJT1dIUoWO3VG+LFUJ1SruWo1Oy47mJtFCpjsesRpdV1xmkLnlSEMt3AS3qcZugAguAqttrISHQJU6t1RqsQZ9QqTTEx18oko1h1tF+IoqvrCTckA3I5d2LNHEb8EMgscxwofRBOy5EzNIWH6/EnCjmktoS5piuoVIMm5WChSy2GtkkK17kkC6Tuk7NrmXaVEyrWX8x09qhUWHVAMssITTnY8xx2JE1hCioJdIs5cF7VpVcJtjU7TmXl5KeaUxPTmkVBCkPh5BhmFwlBSSjTq4vEKCDe2m4sCN9n0J6HG6L821LKDed4SYUGiLqz7dUZRAFQEtZLshtKUqW0VBBYSLrbXcqUdiSnBbk7XyD0ZS11GoCqVyqVhaqfKqbckqU7T06H3i6OIgJKQG7LvukdQi2L1V6xmqXmGbnqf6UOkKZUZcGdSjlpLbTbYhp4jmnRwgoNrIU0EXSAlavW3pFTlu1CiwJ1XcrcqTKTMdZkPSgttb6nrqWL3Va+orJN1KNweeNgURfSVVKs9MzHLzlNiPSJ5ddhzyp9c5EG6yS4oi/C4YUefDulFz1TJKN8sq9wzCzFVGeknITKK8DEQzlziVU5RB9CWmOn0dCYunVK0JUqyxcvBN0XSRfXUWoVJzNVAmZaluVCtRpLbkFdPgBl1uR6SVMaEJFisrUgpFuagm3ebyRnyYiVTa5mGt5wciUqoQWnJlHmI4zDDaFhKGlOHZxIA0fQ9a+5uarT6+YK6pIanVNiY+tDsd9h7SoupdCwtxXPUPWChuFAHB0qbjdenyK85L7l6bzFnVus5xk09yvKzXUoVSbzq25TRqTHcfSZPFTou0kqtrJSjQqwukbYi5XzH0g07J8SLRPlVOXm6pIksKjQeKwJyomh8heg3X6ON03Nkgqte5A6gsZgzcxXJNFVLNQjUyVPzFNcqoQZkUupLhWFKSXBqWjUgais72NsP5dbr1GylDq0tyoOZOXUJUZhqLUwzacYyQtYbBJCtCm7q06VJGkkgBOJUrYsitLObhasZ6ZqOdsnVRGYqrKZpdMpkRU1+Eyl2GWGUpU20gdVxLZSQkrAUoAX1c1B4L78uPU0syJzinmQkJbihXGu+mwVb1bm3I89r9hEUWTRoyh8pwpEkB9pRLL/DPDF+Inkdz1bHsxMpDNQn8VNI9IbQktpUlMi1rugN33F+uU22sDY7YsxgoKy6FOc7vcbAm1ap0To2y7Tp1QrEBlo1lhunyaI23HbcWGUrbQ8oanCooAcBuWtKR1b3VDyrXnWExITNXmMyBUBI4DdKQ+q3oq0F2x3URfTo5WJV2YEPrrlSn1Wk16TU6s5SkzXvRVz+KmNIv8891lKSq6kAq09ZVgbm2JlIQzS2GKw9Gq7IaqCY5mxZiEFIUwSG0mxVruQq/IpBTzwMIqKd+r/OQJSu7osWUM7x8h1GiU3L+aZMaiVNyk1CvSZFHacchS475ds2heouJZUdQKSkOclJIwRrGd831NlxtT787L6kVFEKa5Rmo4fjPTeJIcGlFk3eA1AKIbV1EkAWKG+hyXKrGU3oeVK6mjOxaKuqap0ZT0hc1woQ5HPJtLukpbDgJSUkrIBGJGbm6jl+iZbhR28y0WIpNRiojVGoJca4QnOBTDKGraNJQOICAFrBIBTYmKMYOaccv1t29COpvjB34HMq0VqpgUufLkw1MpkyCy3Ty8tCks6k6rEGyimxvskXUdsWZUolSQufdR9FshcAJWQlq1/JOwt9LngGxKnxa3M9AdqTFUu+l5bsgF3glFlJUpPPbUDvy78EJT7spaahHVJLTYaZ4zy7qCwgC1x2dU28LYs5crmFUl0XJPp7xbgSwJOgFpocP0XVr+d7Tbq22N+3YYiPfOOLFwpKVKKVBGnV28v5eOFw5iY0N9pbktBdbb0pbWAhVl3Ood3d44Zcd4iybqUm5I1m53OCtZlW45IF3IvXTZKEb6LW37e/z7fZiK4opW7YJUFXBOnsvz8MTQpx9xskqVosAe1I8MR5KXWlLuVBK73JPMXvvhWHjNNkdk2IxMZVcjEBB32xNh9ZxIPfgSd8BiFHK7XwfpbWhQFrb4HwE2QNsFIzvDUCN98QyyijKbuWulu6ALnFnjuh1Asd8UeLMCe0HBqFU7WsRihOD5JYu6LOkjCtQ0knApFTFsJdqYKdjbEO1sIkzpAsRflivT5A7+3C5c+1974BTZuo2v24tUoMZnzlFAbqdDkz0TaTGVT4jKzE46hIlFbpSdCbHUtPrKGwCd/DGaUtnLtOekyItMq5qcJ+M2w6tZdgrukB4BJGlY5puSCCbi2I9EM2kVSm1GkNKmy4zjEoBcPioQ6HOokoUClaSoAWIIVe1jywfqOda7Jdqsp1ltU6cmc3UW10hlttoPPBx3RYdU6uVkp4fqptfGInfB6+EekmiRan0u1amwnspUmPe6FUKctdHRaOFkNvOXUdRBG/0yRytikLdbksLWmM0hSAhBAUdSjbdVieZ7cHqzlagQM1yYsDMrtQyshS0R8wLpjrSX1Ja1W4J6yTqIRYm4uFcjiLlufGYzLSZkibHhtR34+p52DxmkJFrqU2PXtbcdvZ34u03jAMhNTrdPqNPoLEaiRae9TY6m5TzbjilT1F1bgWsE9UhJSjq9iR7HEQmswyZj0UU+kNhD8pLbsggBCRq4aSq91diRzVhEKpyKaKg2iNHMWoJTrkyIQXpbD6VcRu4ukFSNO39pOH5PydVKnUnHamzHa1yX2XGYam0vKuShAQPUC+y+ye2+LEGuhFItNGplNzXJYyYxTsuUetTJrctvM8+rrZjMspiq1R1KUS2EqX1721a+rcgiykJpOYqS3X4NJpFHp+XItOYqVIeqriZFbdLqgt5tCiVErA+cS3YNpAUBvtDy70gqyQxGiQ6Ll2vxItQFQRMq1HQ+pxZjqbUyor9ZsayoIO2tCVAjtHT6HRIVSokSJmZqpR5kWM7UJiYrqE091Zs60UqALpatfUjZd9sSpXYHQjfKEJ6bUXU0psR3+J6NGDq9MXUrUnSb3VpFxvz5ne9718lxMyZUjv02BSaO+7UZ7oderh4yWkRULLJaWbAEBWlzmoq0mwA1UJDzdMlzo8dcaoR3NTCJTrBspGsWcSlW6SQBz3F8X6Auix61Lq3yxQFuyFVBgQXaY6Y7aRGJQ4hOmwKlKIQb7KSCb7jEk+Loqc3M0zMOVEz4lUcyTFfpMN6nsyqWa48lUwoYUl439ZIdWNdwDovpAUCTgbl8R6I8qrSKVT6myxwJrcSTLu3oS+CW1oCruBQSUKF7hJve+D+TM206qZuo82dEyZRkImwGXWZ9GW5FU20ypBdebQTrSuyS4L9Zagq6RfFPo8mTR8wUao0pxqXUW5DUqOy3H4gS8l0FCC2pNldYI6trG4Ft7YeC5RXmHxl9rN66zXET8uUAFiVVkUtUhbaUBLwSIrCSFEuHXdCCrdCSSoW3KQoMaryFZpQMqwI0x+VH+QXpa0KY0RgsL0bkIOoBB1G7iSmwtcC3IdNrb1UqtfrjtMq8liROTGbpJDb0zjgBhJRZLYUFLVqA0oKNNuwBYkJv012PUpLlMCEuXWphThCwklKCkWIuoBN+y9ziRK6wyrLHQn0GsxqUpDb9Ki1FaJDbyhIKrlKdV0Gx5G/4YlUV2Mqa007ChOiQpvQH3Vpbb+cuQo3uEkCyt7gG97i2HX81vT5UatvvQ0VOCmNHYiN09CWnG2mwgKVpASTZCQQRc6iRYADA6PNdEd5tttpxLqEJcIYF0WXcAG21ztcdhtiyvXqVZW6FrzHktMd12osVTL4jSn6g43Cg1DiKZQw4E6dNrgL1jhXuVpSTtiPleltrfiTH1UqSx6QuMIU2XwiVcJSgtVrEIFtlX3UAntxHLcGjUiG9BqSJtSlMyY8+mPQFD0BIUlKFBxV0qUoaj1fU02O5thcZyBU6Q3GmTYsEqnFxY9DUpxKAzYHWn6JULaR2nVh4328kckr3C02NHzHl5Vbp8el5dao8WFEfienLMqe8rWlUlDaySoki6wkgIBFuZJl0uM3QqNFkyRCqAq0VxMdDEvU5DWl6xLiE20myFkA7FK7+GJ9MzBTs05eep1Zl0TLLn/2qEh1FCK3yy0VpckpcQNlhJCnL9Z66QCNNjVoDMNEiohyotlqMg+jFLKwJR1gCwI6gIOvrbjTY94GHZ/nzIqqurov+W5DL4KFMNqdS28tTrr5Rq6u3mRuQO29sWdUVBkoWlEVDNm0FpEnUFKLd73599+4m2KLlmrNoSpl5MVKUNvHU8zrKiU2CfO427ATi1RpMWM0223NiSAHUL1KZUVWLZJG/wBEE2I77YN8mNUi7BCO4ylpSFRkuLcSjQ5xCNHW3NvEbYW4LEbJSNRGyr23wxAnsmG+FOxNaktaQ40SpXW30ns8e8YZelJCyUqTuo7IFhzwyKjTsWunNNhDZ4YHUB9a9/HwxmpMoVFcJSNgbb2xLazdRI+VmYyUoEzQkEBPI95P54p1Qr6paFJCkiwJ5+t2WGFF3KtOnUlO9rEVLnzpAPInE2K7pWk+OA7LmJ7SzpBsQO84TRpNYLbBlApG+CSXkgA392KfGlqbA7fPE9FQOntxHYpypO+CwqqHCPP3Ymw6sNutiqCQV7nfD7b1rWwLimHGNi7N1jb1vxx5dXuDvipJkq5ajh1L5PaScD4aCYbfqanBZJxFLpJ3OIYdvjHFwSikDY4MyXneoZcrUArq1VhUoSoq5Ypj+h/hMvBxPD1dXWg3UgqFgqxxYpmbVfKWZ6hIquZRSqwxPRTHnXkF6VxZAURKPIpURqc0c18sU6BIhUyrUeTMp7U6E2pl2TDElSRJQF3WgrTu2VAW23HMb4JTqKrMT9QqdNjxqXSktvzmKc5OC1R2A6BwklZ1LUNQ57qAJxzEUewYLHW1QzTXxTTmcdEhqjyoJmhnjKnCMkdfT82F24d7fQ5duKhRYiKpVoNPjxps9EhxtLkSOtKHXVciEGygDcmxIPeRix1h+BMLuZYlDbiZSfmPsRqB8sKdVHf4COvdR4igCUK1lPWKdJNgMV6mQXpdVgw4CEMTXFMlpz0kIAURe5USAm5I7dsW6fAEi31vM0yq5apMKmz8xS6TT6SiFWm5SEKYip9MUtKGdPJsFbZGuytZUPVsMVVtmj+kyipVQEMpe9EIQgrUof1Wve2n61vZgo6qNOpPFpVLNPYp0Jput3qfENQcMg2cCSBb1mxpRqA0BXM4DNVCm+mTFrpqlRHW3Ux2BIUOAtV9C7262nYWOxtvi1TxgilkstSVmeFkd6mNoq7WRU1Rt8iXHKGPlAx7Aa7W4hbKrJB3Tvba4FZhaoDTlPFBkVCQgwWVTFT2kIKZZB4qW9JN2htpKrK53GJdDrzFFrTEXM8eVXqIhxT8iktVFTSXHCyUtrCxqAULoNwL2SU3AOGctVOgwafLarFFfqkpciKtiQ1MLIaaQtRfQU6TqLiSADcabXHaMWFfsRPgZbn+l05MadJeLcNpYhNISClKlL1EHlsbqN98EXaRGaylAqITUEyX5bzC1uMaYhQlLZGh3clYKjcWNhp27wjoRLlvriR1tMqWVNs3KyhN9gT2kd/biUKnNcp7VOclvehMuKdbjLWS2hxQAUoJ5AnSkE23CR3DE+1tIrN2L7WKvlvNmbocqtZircmIW4EV+SaeyHUMtxUoWEoSsAltSQhO4ukXJWdyLyzU80Kq9JhUZ2WmpSXI7MBLKAh1Sw8FM6Da9w5Ygg+ZIwmNU8m/LjDjlCqZpQXHLsdM9PFKUs6XgF6LArd6wNjYbdXAd5qbEMRbjjgPDS4wriXKUX6pFj1bEeFjhoroV5u+SzPVLi1Cux85SK27V4qHxFSl0KU3UC8CsvldzpPzpVpOoq074C1Gqy63OfnT5LsuW+orcfeUVLWe8ntxHXLjuR4iUxdLqCovPF1RL91Ejbkmw22588SqrLizqnIfhQxT4riiW4wdU7wx2DUrc+3E0VboU5Mm1xVI9Ob+RBO9C4DWo1Ao4hd4aeLbRtp16tPbptfe+H6HV1UuayW5MmMwpxpT6o5AcGhYUFI7NQIBF+0YmZ6oNBy/Mp7dAzAnMDL0RDr7iWtHBdN9SOZ5beI7cB4cZU+VGjMhKXXlpZSVrCU6lGwJJsEjfmdha+Di1KNytJNSD0iozJ1brUumvTZKJHHcddeA4y2FKupTmnYXBGoja/cLYzETRS0j0lycHOMoKLSEFPD4ex3PrcTmOWnxw5Jab+T2aZEgiFU6YJQqc5M7iJnAODTZPqpCQCnqk6r3tyxBfkRUQ1sphcOVx9fHDur5vSBo08udze998HHKwRSVnctzkOuViVR52cI9a+Q4ceFGclojHWxBIIZDalAJN0JXoKj1iOZ5YrIdQzLWqMpzhpcJbU4AF2v1bgEgHlcXO/aeeLTS6yzmfNOXaczTpsmnPCBEl0l2rKCZ7jQCfXXYNAi4Sk3CNRCT24BtOQYkipNyacpaiShhtMm/o5DgvdQBDnVBT3bg4ULrDQM1dYDtJqNOqMiRJrc2cJbrb7mthtCtb2m7QVciySq+oi+3IDng/CbLFbQzFE1kBKFfPsaXkkoBJ0d2+3hbFOptGezROqQpMUBiOy7MU068kFthA1KF1EarDsFye7FjyfWR6VxZT7rzoASXFOHUbCw6x8h7MP7Mz6ytG9i0RJT8GmvpcdlIS7wE6UsJKVEKJsTzFrEi3PfA2RUSXVJUpR0qPMWPPe+JtQdck05S2QpxllTXFs6BuSQi3vPlc4qan1l5ZVe+o+sbnngYq5XjFyjdosj060hjrrNkIsS3YjyHb/PCBKUVL0quFbEkDlfAz0gvuMlsuaglCRrVc3A7PDD7StJ0kctsPbqFZIMU4pclMoc2bKwFHwvjfU2i0RGVFEIaCA1cLvuTjndpfPswUTVZa2AwZDhZAto1bYr1acqjTTtYOE1BNNck7WkLUEkkA7HD7bnffAtpy1sTEL5duJSq0EkOG22JCHQR4YGtuWG+H0u7YQFgkhzcYdS7Y4HtvbDDyXtsNYFom8be2M8TzxCDm+FcW/fhhrHDtEnsjLVcQ+umB0pjpaRJi6pCgFkngrAsg/WKuYsMC3oojsRXUyUOLdBWppN9Tdjtq7NxuN+RxYMhiqHOOXZyEVBsQp0LTJhQvSHWfnRwyhs9VaiQdKT6xFsZzfJqldzDU7iXNTBkSHluPRUtOpSp4qU46hOyFFSusL2BUAOzHJwb4PXfYi1bNgqmZ59Z+R6PDTJ4g+T4kYohtaklPzbeo6bXunc2IBwFbKfR1aijdSeqdlHy8MF6tnqsVvM1Qr8ySh6qzuJx3gw2kL1pKVdQJ0jYkbAYcoFPYqtQjmpPLjxCpCHJDbWsoSBb1bi5sO+/ni9TuiKpJQV2THaexRqZHitSaTVVViK26qQlKy7TlcU3QSQNK7I62xBSsWO+BjK00aVNaU1GnpKHI6XFJKki+wdRy3FrgnvxZKfl6M7EmuOSFtvNpR6O0GtQeJUAoE36lk3PbcgDDb+X5DrBCWFKS2Cs6Uch2nbsHaezFyEcGY9ZG9gN8utHK5o4pULjemel/KnDPpVtGjg6r24d7q02vqN79mHafRUTKDUKkahCYXDcZQITzpEiQFlQJaSBYhGkarkWChzuMD5cMsE7c8NNqIABPV7sTxx1LSkp5RdKXmBWU6EhuLFiOyp7RccffZS4ptHEsnTqB0m6DuOYVY7c5DSImdWVJZZbi1tA1BtvZuSAN9I7FAfRGxA2sdjV5y9bUYX9RhAH5/mTiZQYaHH+NImO0xtLbjjEhLClhx5CdSUC1rEq0i/ZcY13qNktksxVsfLldmZ8qaa3LEu5Jy/UWaDXY0uZTI9WZYXqcgTFKDTosRpUUEG299iOXdthzLklVMmsVQIhyFU95p/0SaNbciywdCkfTSbdYXGxweqVCezXRVZhjNpMplYRUWmheylcngBySrkbbBXdcDAg5eKAyUOcYrQFLATbQrtTvzttuO/FSrTUJ4d0+H3RB48Ws89fchy5ZmzX5CmmmC64pwtMI0Noub6UpHJIvYDsGPINwMT00BznY4UqiOoG1z7MMmlgrykpEVs7b88P8QLAFgLDTsOfPCVRHWSLpJHfg9kyM5MrsRSVBK4y0LQdIO6VApuDz3GJL2RBNqKchuTTWotIp0xM+LIcmBwriNKUXImhWlPEuLdYbixOww7Bc4VSTpiszCSUhkJKkqukgWHO+9x5Y21K6P4s5p194oQ46pTi3CgAFRN1WA8T2C2KZQ63A6Pc5RZaIJnCM5qJcVbY7dVPIe0nCjlO5nLVRqX2LKEwXi9nWgtTaTSKSloxmHWZ7S2ojwRYFyQCT63NRGx3NueI8mQzU2h/w9JhGmoIKWdafTDxibi5JWQF25jqpHdtZ+kjpGi9I9aGilGI0iKstrcHzuoIKgb921vbipv1yquU2NCkECMYgZZ1xkJ1Mh0rGlVrnr6t+ZIO+2FtwpImpVZ1IeeNmR5RQ+UyrMth5xZEZs7tb3At2Dc237MGvS0uKNRaZisICks+hoWQfUsVAHe23O/M4EUabNprs4xWQtbkR2O8FMhZQ2oWWesDpIA2VtbvxJkviNxKfElJnRQtLge4HDUo6ACLHcW3Hsvg7ZsM+LkqNJW8+1xVBY1Ddw7YkskhCSVAlQO1+WIzFTcYYUy3w3EuhsqJaFwUnYA8+3fvxlDpUok8ybnBLkgaC/GStQKUBsAAEA3ue/EtlVwo3HVF7E4FMO8NaVWFwbgKG2JSHdXO3PDtXImgo0vfExte3jgU05viW06MREbVwm24bDwxLQ743wLacvfsw+hyx7MIBxCqHbWw6l3/AHfA1t253Iw8l3uwBG0EkubDfDiXtsD0u+Xvw5xb2+GENYIB24xnjEYgh32ezGQ7/u2ENZnErFUqlHW2qNOkw1HhPILL6knqHU2rY80ncdoO4thb9afUHHG5cxMmUhaZzinyfSNS9R1dqgdidV7kXw1TJLNJqsGU/HYqbDS231xHFK4boBBLayCCL2sbd+Ho0VqqPz5QMSEywDIERx0p1grA4Td+sogK772Sd8cdFO/B60MUoRRIV6W2442ULCQ0oJIXbqk3B2BtfFtoENSmRurh3AO+17d2KtV58epVyVMiwkU2M88pxuI0olDIJ9UE72GLdlmoRo8piU7FbfYbUAqKXSNe3eN/HGjSVjL1qezBaYDEdUd9pSH3JatCY3DUAkK1dbUCN7jYW7bY8sSIanmeI4wvSplaQsja9lJPhtv5Y9MpYhMw1iTGkCRHRISIzusthRUAlz6qxbcdlxhpLrMVlxbzQkcRtSU3cKS2o8lbc/I4uq5zLvciq6NarWKaubHa+aAuEk7nADLmUIVUpeZJE/MESiyqVHDzEKUklc9eqxabtyUOftHZcjYELpdbotEEJyMXHW02QpJ25Y1c3HXV6i7KWFAuqKtIJ7cSvzYRp6OpWSl4uIrhj4pDzzMRzSsJW0ADbYkEj+WLXT6bLkU6NAdkPLhsLW40wVHQhS7aiB3nSn3YK8YN5dity1BEOIOYHWJubDbmbYtHRV0MZw6e6yqn0Br5MpLQBlTHFEIjoN7F1YBN1WISgdYkHYhKiC1FWEPMxQnV1HlWMg7IufaH0YZkQ7U1GoU99Bi1GmRzqU/HXstJtsD2jURYgEbgYQKVmDMlUkKyPkDMuZaOpwqiymYLjhU0SShSwylxKTp5jUQN98d3dE/7IvRl0WNIc+Qm82VpJF6nWWkOpuLHU2wolDdlC4NlLF/XOOpWEv5syaphAW3PpPWbOxKmDzT/AITuPLHOV/i00tsFg0aXw+kp7pctZPkH/wCkfTIhlTp6I6/oAvpEN7X7tN/wxXax8vZVWhvNOSK9lxSzZPpkVbalHwS4lBPsx9VJ06ewm6lOIbHMDnbt/wB3wRTmuCIziJJVJp7yDx0SmCpop5KSokFPeCCTivD4lX5ZLU0VGySR8nqVHhZokJi01wvTFGwjFJQ7fu0kXPs2wZj0uPkuaHXFJlzdtSGjdtr2j1j5befZ3fn39n/oP6VYi0Uylt5UmrslNVprSEIBFrHhJICeQNkFBJ3KjuDyd02dAWaugaUw5VEmvZXfSFM1mP8AOKA5kkgdYAXJBAULKO6bE7mm+JQqNReGYuq0E4ryvHYr1R6R2UxVKWQXCnc32xqqo1A1Ge5IULAm4B7sWOo0lt9gPNKDjTg1IUncEHtGKxIhLZfCEpJKjYDG3CzMelQhS45CDEp1Ud2S84tbhQI7ZWSdrbgeSRb2jHl1SXIRFQ7JdcTFQGmAtZPCSFFQCb8tyffiI64lRQ2hWptvqg957T7T+FsJTzxYuuAwvEq02M/KfZlvtvSW1svuJWQXEL9dJ8D24Uw8hlpLjankSwuwKbBARpt53viLTpEZgyPSYnpmtlaGwXVN8Jw+q5tztv1Tsb+GECxOxPvw65HtgJxVLDqA2VawQEgd99sSgSVErKgo874gRoi3GXJCVpShtSUnU4Ad72IHs9mHU6SE2vftOrnvhiJoL8ZTygVOLUQAOfYMSG72vrV78CmGwtQFzc/2sSmUIAIJXfsss7b4RG0FmgSB11+/ElA3F3F/bOBCGUE3uu3984ktsNm3WX9s4GRC1YLtg2/rHftnD6Gz/Fd+3gQiM2fpOfbOJKIrY2C3R/mHA2AwFUtH+M97F4eSz/1Xvt4EphNH6bv2zh1MFr+I79s4YZrswqlk/wAZ8f4/9MLDP/Xe+8OBaaeyPpu/eHC/QGTvrd+8OBsNZBTg3H9c994ceDNh/XyPvMDEwGBtrdv/AHzhfye0Ppu/bOFZjYONUk77Xw42lawop7Bcgd2Ho/ophSOKXRL1I4ITbQRvq1X3+ra3jhVPnS4qX2Izi0iUkMuIQL8QXB0+8DHFwfU9UEJZcUE2QQFGwNtif9nFjgxW6aAJslKXB+4bupft7B5E38MQZlSq1JUzSpvEaTTZK3BDeBBadJGu4PadIv5Yw85IhzE1OE4pN1laXEm6m1G/VV48/PGxp3GEHPbua6Pou/qV6sXU8rdkW2NmSmtAWjyHTbmp8J/+J/PCns3U8JN6YldvrPq/liiMsSno78httxbLNuI4lJIRc2FzyFz34YDi1jffzOLkdZNZSX0RnvQU73ZdotcpM+UkPUO7d9w1KUCfab42plH/ANOnEpNQy9XIoA6zkaqIUB/hUyfzxp7LcBS1J6o38cbtyDlFdX6xQAyhQSSeRPM+4b/ZxYlrZTjaaX0S/RGZqKcXLZFtfN/ubT6I+gvo/wCmHNkeM1XK5S33HNMCHJprchCdtRW4tK08kgrUdBAFrHbHeNN6Ncs5AyfEy1lrMtIjpaT1zIXwnpDyrBbilHYqJA2vYBKRySMac/ZfyB/R2kVfMc2IWFNR0xmAsatCnLrcKb7gpASkeCziodJlXkV/M0WPDaFWBkpCmWjdz1h1QBvqO+3bbxFuY1Llq6zhB2ivoWqDWmppu8m+O9jqWh9G+YHpCVuR2Xo431w30PIt4EG2Nx5RyymjJSss8K40LSRcqB5g4486NOkyVBpzSG1uwHNaWghK1ApG99trEAHn+GOwsg5xRV6K0p+TdSQOs7vfbljC1VOdLDyaNCoqi3PBAzX0awH2HVtDQhI1Hb6PhjlfphanGLIhU9l1NPiIW6tCOQAF1KV2dl7Y7UrddhRaPIkvAPNNjSsNqAIB/LHMOd83ZD9JlNu5ik5dedSpxQlxi6ygJFyriJ1XNhyt3bGxvFprylZplipJxTcTmPoxzNKmZrVQyvhqeQpaUOnTsEawRfbcbjv27CMdAZSzNBzLBkZHzRDE+C82W1R3Aeta5ttuFC1wQdrdhsRyrkpcmT09Ot0iYznJT00MQJtLlJuWVlxJK2SSsJspFgRsTudt+j5lFmUDpAkT58R6K442AypXUKFgAKSb/SN9juLahfGxqNNKlKN1ZtXRVjqlNNPhHH/7RfQg/wDs952bQwpUjJdaKnIUgi3o7lxqQobaTc7iw7FbAkDVNYpojsLXpu44CE7ck8iffsPDV4Y+oHSP0f03p56L52Vqmy0uUtsyIDzoGlmSlBDawewHVoUeYStVuw4+Y7ceUwibSqi2tFQpj3ozqHhZzSNk6h3gDSfFJxufDtU5xcJ/1IxtZQUbVI8MpSVCO+kLTrSFAlN+Y7sPyX0PSXHGmgy2o3DYN9OF1iNwnNQFt8QErJx0UZNqxnNJvcSUrIPLEhtSu4e/ENKyezDwdUByHvwQDJYUrnYe/Eht02SNKb+eIba1HsHvwsLWDsE/awgWrhRt1Q30p95+GJLT6wD1Ub95O34YFtuuE+qD/ixIQ84AOok/4j8MIjCrby7DqoN/7R+GJLbzlh1UfbPwwJbfdH0UD/EfhiSiQ7t1EfbPwwgAoh94EEIR7Vn9OJLbzxt1G/vD+nApuQ9t82g/4z8MPIkSUj+rbH+M/pwzswGl0CiJD534bdv+4f04dD0gfQa+8P6cC0SJNtmm/vD+nDqZMg/um/a4f04CwDXYJpffP0GvvT+nCw++PoNfen9OBwkyhb5pr7w/pwoSpR/dNfen9OGHyEfSZH1WvvD+nGRJkfw2vvT+nA/0qT/Ba+8P6ce9LlD9y194f04QByetQVbQnSLWNze57TiVBkMMNyOKwXnVoAZWHCnhKuDqt9La4t44gkXxmxxwMW07nqViQ9KelPLddcU46tRUpa1XUSeZJw5GmOxidCueykncKHcR24i8uRvhQH+7Yu05Si7xeQecMIJkF1tbTThYS5bW3r6iyOX+zhltl1D4QoWN+/EZOx54nU5Si+BcW7iL4vxlvy1kin5U2X/KkV08PSLk2tuPhjtzoh6N0tZfozLzQSqVC9MWoHnxQVoPsQUD2Y4yyo0UJStKtJG425HH0mlxGMpfJTSOqyIMaK0ANzZlKQAO/l/Ow3xHqJtJRXU55eZyk+hvxijMUjoyfjtp6wcWSkH6WhPwGOBc5u1DK2fHJ0GU7FloXrbcaWQUEHmPHtv+WO6mszRal0bS30PBSjpcunknWkD3dUe/xxxdmukmsZnmSpqzGgRrcV36199Ke8n48rXxU+HpxnJyB1dRbY7eRWTM9RJa2zXJBpqowLzr21pCgpCU28Vaye7v5EY2/TOnx5haG1H0VlAAbaSq4CfPtOOS+lqoOVGjpdZh8KK0tMZjhp6raSQo3VbmShPd/LFp6DMh5gzdlWdU6gl6dRmPm2mmiQ4lW3WKgDpG4tfzOw31K+kpzj4jItPqKj8qV/Y7U6NemH+ltVl0V9a3INSY9ELo9Vt9Z+Z1K+iCqwvjiD9ozpfmT6lMiTXUmVGvFKUoCPUunkO3ArPOWs4ZCZRUY1XS7GMtKAtpxSFJOr5tSxyHj3bcxci85z/Z+qKs6x851dyHXGa9DFRDbLJdRx1bPlSVJAAC+IALdx2tiKjoqVKTm5LPQKr8QvaMVg586H+jiZ0g1qrSWpyqVVoLAqkQrd4fpZS6Bw2xYEk9brA7FPI2OPpV0DdNtTrtCkMZ2EmZAjM6HU1dCHDdAKb6lXIBIve2+rY9/O+X8uxKSac06lMNH7iK0m10J6trDkPnDi6U+vLderBAShs2DbQ5AaueC1VCNZWfQhp69xaaj/J1TlrMeU8wvKajR3qG8hXUdYOtlR7wkm6RcntHM9+OCf2uOhSp5W/aEqlUozDVSpOYGzK0QnEreSst8R1a2h10p4jb51W072vcEY6W6J5SyhlK1anAAFq5XWAL/jjQf7e1QmUXpryNVYEhcR9qkRUIeaXpIWZkgXHjpJF+zTYdhxk6OKo6pRzaxp1pSradtcnJuYYxSVpt1hcEd2KqlZBsLY3fmjPVNzfdObqcl2WedagpDcobc3Byd5knV1jsNSRjWGYMoO0pn06G8ipUha9KJrANkn6q080K57HY2NiRue5pwk47o5Odp1L2jNWf2AiHFd344dStZ7vf/piMlOntHuw6kC4634DDpkrRIQ65uNvtD4YcS49pAtcf3x8MMBIAuCL+WHEpA7RfxAw4LRIS48k3AA/xj4YdRIk9gHnrHwxGQgK21p+yML4dvpp9qRhAE5EmVtsn7wfDDyJMvsCT/mj4YHJQbjrt/YTh9DVt+I392nCsNgnJmzB9BP3iT/8AHDqZk63qpP8Ano/TiE2wDb5xA/yh8MOCOSLh1s+bYOI7Mjx2J3pVQHJCPvk/pwtM6o2/q0/fo/TiGiOSRd1oeTScLEb/AKzXtZThWYrImpm1EckJH+ej9OFCfUvqJ+/R+jENEc2Hz7P3SMOCOf47P3ScM0xrLsSxPqQ+gj79H6MZ9PqR/dp+/R+jETgE/v2fukYwWRfeQwD4tIwrMby9jnAKJx4KJxgEjGAbY88TR6UL1YWL2G+EezGRfFmElcFoWAR22xLp2oyU2VbEPfuGHYy1NupIF98XKc1cjmm4tG2cqNqW2hJVqvbbfH0GzpUHqlkmg1l9KmhIpcR1lBO41sIUVeZ3t/ZtyJUD86smOPvLQhtvUrsASD/PH0A6Op688/s+0NCW/TpFOWujytKhdGg8RpXgkNLQm526ptier/4nbqc1J2c4XzYOdHtfnOuTKdLkAUtbChJeWRZttRuhRJNgQtNgOdk+ONedKXEkVJJhIV8jpHzISN9VhqKj9a438hi7yGIDtIjwqJOZeQxcPOLIQZC+RTc+Vx5Dfcg1qrUyamQy41NiOMKsFsLcBud7nTz8PC2JoJJ70jI3O6jJo14pYqtPdpNRuqnSEcI3sCjtSQR3EA74TlvpgzR0J0+TlCk1EN0ypgINRdZShldxoUSbK2BAHI9ptvc3qVkGLMH/AA01KJC7gMNEKPbci/d2X8MC890aRHyQKbBo6lSWFo0h8cRRSlX0AeqSBy37LYuxnGflkseocKstPLdTla+Cv5ii5sk0tMxb8aoUcqYcVJZTup0bB0WuDdekgJvuRuLDHS/Rxm1T/wCz3Ki0Cpip1CiLDb8lxIWtTDyQHgtJ3TpWm1lAG6xyucaHpeZKbGpaYkl9VFjxEkGHUXEokWNllYbvqUFa7jSO+wsMbQ/ZoOXKXmf5HpqHX6JmyO5GcLi1uNPuK6zS7LJ5LAF+e1juMV9VFunuS/pd/wB/sRUavms3ZvF+uSEvJlYpMVzNFRjrEBTQRF1pN1L3Kj5bpPsxXKXLQxAkuvugOOui6L3VYbkhPM8uzFm6Q6rUDTWcqTVNyokJ1ZTdAsbqNrJPLa2B8Sh6YVPpjLbiVPHWpDDINvrHmBysN/rYHxLQvP8AEHOEJVlGle3X3Nl9BkR6Qy24boS44tRNusSVkm3d+fgNjjnL9tWsRsxdMKWkL1JguMQmbfRLOpTiR4BYcx1ixKg9EeR2pKpgFXkhbUFpxq93PrlIJulNwSeXIfSGOEukWRAq+d3FmskxoraiXuAtai4rqdpF9gsXvzO+M7SJ1a7qLg3aslRo7WaxzC7srAPLOaZWWqgtxqz0V48ORFWCUPt3BKVC48NxYggEEEYsuZW8vttrtVak44Cer8ntpBPnxj+WKtGr9Opbwep9LDr6eTtQXxgk94RpSk+SgoY7CinBqW633+xjRSnFx23RMz1QWMu5jfjRVERVobkMpX6yEOICwk8twFWOw3GAAJI2I9+MTanIq85+VKdckSnllbjjirqUTzJOG0lVxtg5zUpuUcIJQcYpN3ZLCVm3WA9+FgODfWPxxFBN/V38hhYDlrhBI/ui2AuNbsSgl0G+sfjh0NvE7OfniFrXbdFvMDCwtZ5Nnz0pwk11Bs2TUsPH97+eF+jyP4354hanbD5o/YT8cK+etszf/AnD3Q21k5DMkcnh7zhaI8ogDjpPvwPs+f3JH+BPxwoB8fuf/Gj44XlFtYURGmm9n0+9WF+izT+/T71YE6pH8Afdo+OFJ45v8x/4m/jgLgbJBYRJv/MJ/wDdhYiTT/8AkD3qwI/4n/l/e2j44yPSexgfdI+OFdC2y7hYRZo29IT71YX6FO/5hP8A7sCUpk23jX/ym/jjP/Ef8t/4m/jgty7C2SNH4yD4XxjT4H3Y97LY81Uj0IWTsPHHgbYxcqtvhQF+eLUG28CFhWrsxPplOcqEjQkhCEjUtxfqoT3nA9CdSgNyTyti9w6S1BghDqTw0KBeQkXLrp5I8QOVu037saFBTmyrWqqnH1YWy86FMtoZSY0Iq0hRTd2Sry/2Bjsf9l/NEbJEuRlWpq4TObY4ZdOq4hrAPAcWfHUpKrWADgJ2GOXshUtS6imRKb47qbANJGxJPUaT4E2v7TjftCgopba3H1h6c+db8jTzPMJF+SR3Y23RjKlafU8/1ut8LULw+nPr6G4h0dvZOqzjUtK3YzqzoFrJQsc0qPu/DEqXS2FniMxmnEg6iwpI0qPK47lW2udj294PdFHSNT+kGInLlbd1VlKQlh9w3M1IsANR5vJ5b3KgL7q1XsmYsirpLOppwrccIQ0pCLpcJNgbeF7kdwOM16lwl4c1keWjdX/lpvys1I9QIdXdfkRv+FcbUWgWwkBBHrBSQAUknaxO4QCNjvTukTMte6O6ZFWpbTyJLhQ0uRdaAEi52NjexFvb3Y21UaaunIbSzEVqaToQ+T1wLdh9nLke2+2NVdM1HzBmvKhiwoiqg40+l90aNLgSlKwVDexO45WNrgA3xdpPfJX4IoxUHtuaWr2fYWaJq5E6lBcl0JC3mXCCoJSEp27gEgW8MHcp5yg9F7saq096qxKglxLrTDMrQBY3uoDnflips09OX7KVH9MqNrhrSS2358t8TqRJqL0ritZcprkkbl+S086Unv0qcKe0dlsaM4x226F+K7nespmi9L2YH63TaHLjNSGmanxZKNKVJdRqISEkhVlBSDbtSfC9QrefqRkerPu1J5FSqyeozRIKxrZtyD6xcNd5BurcdUjlXXcz58zN0RZGYgT1rbYkS6JVmojaYzJbCQuOFIbCbbKd8DoFwca6p3RjUZDaoiWS7IfcTHQxDSoXKzawIuoq5kJTzsAAb2xzqpxlibtFdP5LdGEqfmjmT5f8E3N/STU81B6sTnkCU60EjgiyI6efCaHYE6j32USTdRN+favLCDIXfrOLKyB2DkkeQSB7bntxvTPmXFQ6Y/TYclmbMQbPFhQU2EW3aaUDbnsVj1gLJOgkuc3ZoSuJq3VovaxNrHuPcf8Ae2NTT0dsd6WCtPV061Twk89fcrNdnBa1C+5wHDyTuN/LCZMjivqJGkg2II5HtwgE40F6F1QSRIC7jlfwOFJWT3XHYcMpNx2n2YcTa3O3swWRpWHkuXsDt+GHUqHaNX+/PEZIHn7MLSggXSSPZcYe5G0iWlYAFk/gfjhetIG6D7RiGCAesdPjo/nbCwUg21WP9wX/ACwrgOBLS5v6p9t/jhQfKALtn2A/HEUAHkFH/LHwwoMqVY3IH/av/LDqQO1EsPtn6J+yfjjwfbt6vvSfjiMGdR3Kjb/pAfyx5LJHqlSv8ofDD7mNtRIbWhAJ0KUD/YPxwsPIP7v3pUf54icMduoH/spt+WF8IEAp127+En4Ye7GcUiUXkEH5r2hCvjjCH0IFtF/NCvjiPwR3n7lPwxkNpt23/wCyP04V2Ntj0JXHbUCA3YHuSf1YQAgmwQr7J+OGfR/FX3H/APnHg0Em4UoHwZA/+OFdi2pGoNR78Jv3HHibYxcDHmLkk8s75i97jfC9z24a1jbbCgrwtiaFSPQViwZPhemVhvUeq0C77Ry/EjFzbHpVU4YPzUNICU97ihz8wPxOK50fJTxZrhPWSlKQPM3P5YO5adS4mQ8sm6pS1HyBHwx0ejcXCKXW/wBjndbJ7pv+1JfU3P0c0wMyAtR/qGQ7z34jl9PsCAr7YOLNWq6IrenipS4RqKdQ1EX7Aef+mGujqlPTKJNlxIxkIckbOI3CUhtuwPda/bgHn1hEB5YlO3UlIGhlAWfLX6o9hJ57Y1a0ubHBwiqups+TLGY1h9JbUeKFaklBsQRuCO61rjyx050TftXCH6BTekEmoQkpOme0jW6hRTpSp626rJUq603UdRuFK3xwzNzUpBU0hBjtHYgE3X5q5ny2HgMWpyrgOBIJ09lsVIUIahNTNqpVraXa4Yv9z6rtZTo/STSmqrlmsxZsRXW+YCXQs9xVuBbttuPDFVzd0aVyXCdgQ4LcJlxBQ6tpXEWsHmNX0QR2c9+Yx81aV0l1rJFfVMolWm0aUpCfn4MlbClAdhKSLi99uWN5ZX/b+6VYTAjzKpTsxpQm7bdWprSrgcxqbCFE27SSdvHGXLS6inO1OSaXc2KVajUgpThZvtk2tUugqNRG1uOxuK6CAlpHrLUTYJ8ySB7cTaP0Fygy0hUULkK3DaBYAnmoJ3JPPkDbGtJX/wBRjO0lKEf0XyY04klSXU018m9iNwZBB59oO9j2YqWZ/wBujpVr0Z2M1mk0SK5+5oUVqGU+TjaQ4Pt4LZrJq2F8yXfQjxf6HbeVMkUjoy6NK3DzfMYpDAUisBLgJeIbukqS0DxVJ0qIPVTueYxzX0k9PkedEcp2UICqLSVhTb8yQEmZJSoWUnq3S02oGxQklShstagdONC9E/SDIn5/mInSn58mswpMRxb7pWt91xpSUFSlXKiFKB37hiAxVg+2W1GwULEYv6f4aknVqSu39Pz3MLWa+p4roxVo2Xu7mw4FdTJOkHfc9/s5YpPSfl5ExhVSaSChfUlI7N+S/fsT5HvOAdIrDj0tKWwFrB2vfYjy3xsdlLVVgLYduWn2yhYHOxGNWlK2GYNam9PUVSJzBVKUW3XBY8ZtOtKgbFxvv8xvfw8txKVLb9bl9bF5zREdp+s6byITxSdXI2VZXsOKZVWRGlkI2YWA43YXOki4G/dy9mDmlF4Ow01XxoK5hF8KDu9tYB7rknEIAJ5AqH1VHbDqH0WItptzAGBUm8PBZcES7ubFN/abDDieIduIlPtJOIYfA3INvEYV6QnuOH92ROLJYbWb6nLg96jhSGlgEIWlI7gTbEL0tI2Kb+3ChKRb1Cffh7xBcZPgnBTwvqXt9YKVbDqUOqAKXQb/ANpRwO9LSP3Z/HCDLbJJDZSe8Xw25Ibw5MKFEhP74D/ErCgzIP74e1SsCxUkg2LNx3i/5Y8KigjqtficJTh1F4UwrwJHY8n7a/jjAYf3KXkgntC1DAv5Ta/gE/3b4z8rtqNhGJPmq2G8SC/GJUqn5YJ8GUjb0ke1ahj3zyR1pKU37CtWBfymBzYNj2JJ/M48KmyL/wDDKF/E4SqRY/hT/LBXhSj+/SL97ir/AJ4WGJPbIB81qwJTU2gLBhafIm2PfKqBt6OVeIJGH3w/LgulN/iNc6R349jOq2PavL3Y84cInZXMHYjc4UPM49q5bYzxL4KKSfI5a8iEByYgnmkK91/jgzl35sz45V1mpCzbwPI/gcVXKdQEKrt6zZDt2z7eX4gYtEpwUnMaHiNMeYnhrPYFjl/L8cb+klFU4u/Da+TMHVwbnOP9yuvkbm6IpwUioU9azqKQ+hPt0qP4oxOztSeOgvANIunSXXF6SANwAORvv2HGu8uV1zLtajTUJ1hpXXR9ZJFlD2jG7ZAj1inIfYUHY8hAWhYF/I27x+YPdjalHcjg6ydCsqvRnOlciXJVqse/bE6j1X06CkFz59kBKhfmOw4tGa6C7CeWpaCU3/rFH1ye0D8+73YoEpp2DJD8YkOJ7UC/8sVYS8KWWdDHZqqaX0D09tuoM6FuKbcTfSsdhxX3JVRoshLl1fNkKQ82bpBHI8tvbghEr0eXZD6REe7dfqKPgbbe3BEIcAvc6SLXHL340GoVfNF5I4SnpvLNY/OGVyo5gSopfZPDYe6yUpP9WrtTv3Hl4EXwP/pGp0BKVqUsm1k73PZawxf6QxTXHXI9QitLjSBpU8tsKLSvor5X23uO1JPhhMqhKosxyP6Mhl1s2JQkAKB3BBHMEWIPcRgnp3fdFlj/AFlCOHB39yb0IokRukrLk+Skp0TWlIbKhc78zgmpSokmUXHNCWlqCrDsBOJXRe03/T7LxfWlttc5lJUs2tdQ9/PsxXq9VvlarzExkqEUyFqClbFfWNjbsHh/sW2406KXqYM1PU6tytZWX6slUAXfQokhRVqJUuw3Pf2duNxZeCvQ2Ekk9UDdWrbzHPGtcqUpb7yCCUHsO6TbtINiNu7G04SUx2rkhKEp3JNrDFOMbu5V1802oroag6RGUprtbQnkrUSPEpufxONaTxx6FCe36mpq/t2/AYuua6qmSurzuSHlOLSCbkaidI9lximzSWMqQ0kAcR3UPLrfHFqbN34enGEfdfpkChXicKI1WJUbjlY2wgL8MKDm/IYgt0NvgUV6T1zcfXFvxFsLCh2Kv5EfDCQ7/ZT7jjIWpFuGAB9Xex/DbA2a9hci9X9sg+Y+GPDTfdaj4BQ+GPNywo6dIChzSQb/AJYeEkq2snbwPwwVlymA1Jcoa6o+mfatPwxg6DyWoH++m35Yc9NA9RCXFDsSCf5WwsyFKAuEo8ADf32/lgcdBZXKGNSE2+cUPNxP4WGGiEuHUlSknsVrTf8ALE1DwHqoST2nrE++2FmSTzaHsB+GG2p8sfc48IHqbCfXcWsf9xG3stY4WFMuDZ1e3YVouPwxPEy3JKPcr9OMGSlRF0IURyPWBHkbYbZFcMfxJPmJCCkn96594j4YzpR/Fc+8R8MTPTFWvZCrckkKufbpxhM9KjZSEpV9VWoH/wDXC2x6sTcuiIfDBOzygPF1Hwx4tAc5P/lR8MTzLt9BH/u/TjPpnc2gexX6cFti+oG99v0Na49c49jF7eOPP20jqEZucex4XKu7Hinxwyv2HFpUUqB3Fji/w5LWaqKWHDZ9AAUbeqoDZXkf5nGvtPdifSqm9SpaHmleCknkodxxe01Zwb3cPkqaij4kU44ksou1Bq7ms0+cNExrYFR9cf794xsvI2djl9RiTVLcpzpvtuWVH6Q7we0eRHcdZyosbNcNEmOsMykeqvtSfqqt+eEU7MS4zvoVUTwX07B4jZXn8RtjoqVTYlGbuuj/AHOY1OlWpi7LPVdvVHTU6lw6vESoaJUdwBaFpNwe4gjFCr+RVBC3GQX1leyEJCbDx/0wDytnWXlpQS0tMmIs6lsLN0m/ak9h8Rt4HGz6Nmyj5lSEsvpjSVbejPkJV5JN7K/PwxbcFJXOYtX0cvLmJpCpZZW0V62yAFFGocr4Fop8qCq7Drjfgg2HtHLHRk7LzMhSS8wlZSbi43HtwBk5ChurSQkgatZ8eWx7SNu/vxF4clwy/T+KxatJGlkyqon96D5tI+GLLTKvKrkdinVWcYoZToiziyCGhcnQ4UjWW7nmLlN9gb2N3PR3GCWgFX0klRUj1weXI7Ww5H6PYyLalFRCCkkItc32PbuNvdiaDqR9h567TyzbPsJyZ0cTslzXM11qVDdbhIUqG2xUGpLsuSR81oShaiUpUQpRIGwI52wAoeVXpatWiwKlBR5aVeN/5YvcDKUSOE6WAogJF19trWuOV9h2YNswUsJK12ShO5Uo2Ce837u3E7ylFcfuZ09fK7ay36ESh0ZEBsJQkXUBrIGxPl2YGdIGZkUuAaXGVeZITZy3NtB/moG3lfvGGcydI8WmNrjUtSZUoixkWu235fWP4eeNN5jzTwHHLrMue8olRUdRBParvPhiVRUfNLgbTaSrqam6SI2Zpa58hilsbuOKCnCOzuHu3xEzc6hn0SG2eqy3e1u/l+AxOotPFKjvVGcTx1gqUVHdAPZ5nFSqE5U2Y9IVtxFavLw9mGm8Z6nWaemtyjD+mP3bMBW3M+WFpVtffEdKrnc4Vxgg2HWI7E74gckuTQ2N4JSVC453xlTwbF1Gw8f/AO4ihSydyEDuFifx2w622lKrgC/1ibn34W6XRAuMVyLUeMBZCgOYUdiPED/+Yyeom7mt1PeBsPNN8YFuWw9mFDc8xt4YHbfL5G3Wx0HgtJSLJBT2WAt+eFhYv6qvYn/XEXhBJJQpCT2pPI4UlaCbEpSr6pAPu78GpdGA4p5RI1D6qj7P9cKCkfVV7Uj44Y6vei3kMZIT3o+yMSXI7IfLie1K/d/rjwWk/QUfZf8AnhnY8y39kYzYd7X2RhrsayHitI34SyO/QPjjHFacACkKIvy0j44a0gdrf2U4UCLbqat/dThD46C1KLYOgLUO5Sf53+OMCS3tqC0E79ZI/O+EhtPMKb+yMYLSSdy39lOAz0F5eqKCSb7Yzc49hQ5Y4FRudQhIuCceuce78ewlF25Fc9jyVEYyRtjA54JRa6iYRpNYkUmRxWVbEWUk8lDxxeWJMDNMQJWkFQFyg2C0eR7v9+GNcnD0Z9xh1C21ltaVbKSbEY0qFV0/LLMX0KWo0yq+aLtJdS4/JdVoQKqc6Jca9+CoAn3fzGJMLOTC7oltqiuAWO2pPxHu9uJGXam/Uqa8t8pLiLWWBYnbt7MEJMKPUgEyWG3QRzUNx5HnjZjGUY7qbx2Zg1JwctleN33WGH6H0h1KE1aFU+O0bDhKUlwAeR9X2Wxa43S5KQR6VAYf7LMrLd/HfV7saTr+WIcFvis8RJvsnVsPLbFbYqs2O2eFMfbA5BLhA92DjqLO0l9CJ/CKNdXh91+x1C30sQVC7lPebP8AYcSv+Qx5/pZhoTdmnuuk9i3Qi3uBxzQnMtTRsJiz4qAJ/EYwrM1Uctea6n+6dP5YnVaPYr/7Ak+V9zoiX0tTHUKMSCxFCha7hLikeI5C/mCMUjMfSOqokpqFTMi2/AasUX8EpsAfPGqVSn5jieM+47f66r4vdKyjTkRQ+ptTy+5yxHutiRVb8Iml8KoaNb559v5B6q9Uq4osU9pTTX8S+/2uQPlvgjS6FFoSfS5LgW8kai4vZKPLx8cFHiGIjnDSlAQOqEiwGNe1ysypzqUuudTh8QITsE89gP8AZ8cG5eElKWWS0P8AtXp0vLHr3YQzDmP5Uc4bZ0RUnYHbUe8/DAbWo2CR7VbAfzwwhICr81d554eRzxBvdTL6muoQorZFYQpOo7qVfwGww8lZtYADwAwxc6sLSdxglFIGWR0KN/8ATDgcUB4eWG7dbCgBfkMSojHAtR3BwoLVfnbzA+OEJ8hhV/DD2uDtQviLHIj3DHlBTgsq3ffSAQfPCSrYbD3YdB25DC2ojvbga1vN7k60dqgBceztw4HHFAELSQdwQBv+OMgjuHuwh1XCSpxIANxcW2O/biN3i7BRal0FlTvYr3AfHGQpwclj3D44dSAewYxcfVT7sSbPUi3LsI+c/i3P9wD+eMXe7SPOw+OHbD6o92M7dw92HUH3G3rsNBTwHrg+YHxxniOjtH2R8cOggnkPdj2ofVT7sFtfcW9dj//Z"/>
          <p:cNvSpPr>
            <a:spLocks noChangeAspect="1" noChangeArrowheads="1"/>
          </p:cNvSpPr>
          <p:nvPr/>
        </p:nvSpPr>
        <p:spPr bwMode="auto">
          <a:xfrm>
            <a:off x="155983" y="-144462"/>
            <a:ext cx="304779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5" rIns="91428" bIns="45715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F9B1FEB0-412E-476D-A875-785019669CC2}"/>
              </a:ext>
            </a:extLst>
          </p:cNvPr>
          <p:cNvSpPr txBox="1">
            <a:spLocks/>
          </p:cNvSpPr>
          <p:nvPr/>
        </p:nvSpPr>
        <p:spPr>
          <a:xfrm>
            <a:off x="733900" y="1045258"/>
            <a:ext cx="10458236" cy="4582544"/>
          </a:xfrm>
          <a:prstGeom prst="rect">
            <a:avLst/>
          </a:prstGeom>
        </p:spPr>
        <p:txBody>
          <a:bodyPr vert="horz" lIns="108784" tIns="54393" rIns="108784" bIns="54393" rtlCol="0">
            <a:normAutofit/>
          </a:bodyPr>
          <a:lstStyle>
            <a:lvl1pPr marL="481965" indent="-481965" algn="l" defTabSz="1147269" rtl="0" eaLnBrk="1" fontAlgn="base" latinLnBrk="0" hangingPunct="1">
              <a:lnSpc>
                <a:spcPct val="150000"/>
              </a:lnSpc>
              <a:spcBef>
                <a:spcPct val="28000"/>
              </a:spcBef>
              <a:spcAft>
                <a:spcPct val="0"/>
              </a:spcAft>
              <a:buClr>
                <a:srgbClr val="FFC000"/>
              </a:buClr>
              <a:buFont typeface="Wingdings" panose="05000000000000000000" pitchFamily="2" charset="2"/>
              <a:buChar char="l"/>
              <a:defRPr kumimoji="0" lang="zh-CN" altLang="en-US" sz="2000" b="0" i="0" u="none" strike="noStrike" kern="1200" cap="none" spc="0" normalizeH="0" baseline="0" noProof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defRPr>
            </a:lvl1pPr>
            <a:lvl2pPr marL="40005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zh-CN" altLang="en-US" sz="3500" b="1" i="1" kern="1200" dirty="0" smtClean="0">
                <a:solidFill>
                  <a:schemeClr val="tx1"/>
                </a:solidFill>
                <a:latin typeface="Adobe 宋体 Std L" pitchFamily="18" charset="-122"/>
                <a:ea typeface="Adobe 宋体 Std L" pitchFamily="18" charset="-122"/>
                <a:cs typeface="华文细黑" panose="02010600040101010101" pitchFamily="2" charset="-122"/>
              </a:defRPr>
            </a:lvl2pPr>
            <a:lvl3pPr marL="8001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3000" b="1" i="1" kern="1200">
                <a:solidFill>
                  <a:schemeClr val="tx1"/>
                </a:solidFill>
                <a:latin typeface="+mn-lt"/>
                <a:ea typeface="Adobe 黑体 Std R"/>
                <a:cs typeface="+mn-cs"/>
              </a:defRPr>
            </a:lvl3pPr>
            <a:lvl4pPr marL="13716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1147269" rtl="0" eaLnBrk="1" latinLnBrk="0" hangingPunct="1">
              <a:spcBef>
                <a:spcPct val="20000"/>
              </a:spcBef>
              <a:buFont typeface="Arial" pitchFamily="34" charset="0"/>
              <a:buNone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4993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28631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02268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01" indent="-286816" algn="l" defTabSz="11472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θ</a:t>
            </a:r>
            <a:r>
              <a:rPr lang="en-US" altLang="zh-CN" sz="1896" baseline="-25000" dirty="0"/>
              <a:t>0</a:t>
            </a:r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θ</a:t>
            </a:r>
            <a:r>
              <a:rPr lang="en-US" altLang="zh-CN" sz="1896" baseline="-25000" dirty="0"/>
              <a:t>1</a:t>
            </a:r>
          </a:p>
          <a:p>
            <a:pPr marL="0" indent="0">
              <a:spcBef>
                <a:spcPts val="605"/>
              </a:spcBef>
              <a:buNone/>
            </a:pPr>
            <a:endParaRPr lang="en-US" altLang="zh-CN" sz="1896" dirty="0"/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x</a:t>
            </a:r>
            <a:r>
              <a:rPr lang="en-US" altLang="zh-CN" sz="1896" baseline="-25000" dirty="0"/>
              <a:t>0</a:t>
            </a:r>
          </a:p>
          <a:p>
            <a:pPr marL="0" indent="0">
              <a:spcBef>
                <a:spcPts val="605"/>
              </a:spcBef>
              <a:buNone/>
            </a:pPr>
            <a:r>
              <a:rPr lang="en-US" altLang="zh-CN" sz="1896" dirty="0"/>
              <a:t>x</a:t>
            </a:r>
            <a:r>
              <a:rPr lang="en-US" altLang="zh-CN" sz="1896" baseline="-25000" dirty="0"/>
              <a:t>1</a:t>
            </a:r>
          </a:p>
          <a:p>
            <a:pPr marL="0" indent="0">
              <a:spcBef>
                <a:spcPts val="605"/>
              </a:spcBef>
              <a:buNone/>
            </a:pPr>
            <a:endParaRPr lang="en-US" altLang="zh-CN" sz="1896" dirty="0"/>
          </a:p>
        </p:txBody>
      </p:sp>
      <p:sp>
        <p:nvSpPr>
          <p:cNvPr id="2" name="双括号 1">
            <a:extLst>
              <a:ext uri="{FF2B5EF4-FFF2-40B4-BE49-F238E27FC236}">
                <a16:creationId xmlns:a16="http://schemas.microsoft.com/office/drawing/2014/main" id="{1733B8B1-98D3-4F08-B634-3D207B5894E1}"/>
              </a:ext>
            </a:extLst>
          </p:cNvPr>
          <p:cNvSpPr/>
          <p:nvPr/>
        </p:nvSpPr>
        <p:spPr>
          <a:xfrm>
            <a:off x="4287805" y="942680"/>
            <a:ext cx="712212" cy="1800520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F5056C-096D-4A3D-8CEF-3639B86DC7B0}"/>
              </a:ext>
            </a:extLst>
          </p:cNvPr>
          <p:cNvSpPr/>
          <p:nvPr/>
        </p:nvSpPr>
        <p:spPr>
          <a:xfrm>
            <a:off x="4355184" y="999949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D0514F-483F-4737-83FB-7DF05C22171C}"/>
              </a:ext>
            </a:extLst>
          </p:cNvPr>
          <p:cNvSpPr/>
          <p:nvPr/>
        </p:nvSpPr>
        <p:spPr>
          <a:xfrm>
            <a:off x="4355184" y="1277612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0DF827-7F60-4E14-A429-3BBD21223C69}"/>
              </a:ext>
            </a:extLst>
          </p:cNvPr>
          <p:cNvSpPr/>
          <p:nvPr/>
        </p:nvSpPr>
        <p:spPr>
          <a:xfrm>
            <a:off x="3795372" y="1637830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θ=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3581BB-9F8D-40EA-A6BB-335C6F88EC2D}"/>
              </a:ext>
            </a:extLst>
          </p:cNvPr>
          <p:cNvSpPr/>
          <p:nvPr/>
        </p:nvSpPr>
        <p:spPr>
          <a:xfrm>
            <a:off x="6098989" y="2018751"/>
            <a:ext cx="1021658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</a:t>
            </a:r>
          </a:p>
        </p:txBody>
      </p:sp>
      <p:sp>
        <p:nvSpPr>
          <p:cNvPr id="41" name="双括号 40">
            <a:extLst>
              <a:ext uri="{FF2B5EF4-FFF2-40B4-BE49-F238E27FC236}">
                <a16:creationId xmlns:a16="http://schemas.microsoft.com/office/drawing/2014/main" id="{E393D3E4-CB86-4042-B3AB-4CF7FBF9D272}"/>
              </a:ext>
            </a:extLst>
          </p:cNvPr>
          <p:cNvSpPr/>
          <p:nvPr/>
        </p:nvSpPr>
        <p:spPr>
          <a:xfrm>
            <a:off x="7027756" y="1706959"/>
            <a:ext cx="1255105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700388-1457-4CAD-BF99-4AE485E0EA9B}"/>
              </a:ext>
            </a:extLst>
          </p:cNvPr>
          <p:cNvSpPr/>
          <p:nvPr/>
        </p:nvSpPr>
        <p:spPr>
          <a:xfrm>
            <a:off x="7048525" y="1965373"/>
            <a:ext cx="606784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658AE93-3839-47F7-9EE4-582D74DB11F0}"/>
              </a:ext>
            </a:extLst>
          </p:cNvPr>
          <p:cNvSpPr/>
          <p:nvPr/>
        </p:nvSpPr>
        <p:spPr>
          <a:xfrm>
            <a:off x="7676078" y="1994049"/>
            <a:ext cx="60678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8578BD-73C8-448A-BA4F-39ABE1AC0804}"/>
              </a:ext>
            </a:extLst>
          </p:cNvPr>
          <p:cNvSpPr/>
          <p:nvPr/>
        </p:nvSpPr>
        <p:spPr>
          <a:xfrm>
            <a:off x="8271892" y="1994049"/>
            <a:ext cx="606784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双括号 44">
            <a:extLst>
              <a:ext uri="{FF2B5EF4-FFF2-40B4-BE49-F238E27FC236}">
                <a16:creationId xmlns:a16="http://schemas.microsoft.com/office/drawing/2014/main" id="{99F3049C-7564-4BAF-BA31-01426F2A3D61}"/>
              </a:ext>
            </a:extLst>
          </p:cNvPr>
          <p:cNvSpPr/>
          <p:nvPr/>
        </p:nvSpPr>
        <p:spPr>
          <a:xfrm>
            <a:off x="8693093" y="1721044"/>
            <a:ext cx="712211" cy="953522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378DAB2-6CC4-4F11-8E2E-8835030F1A61}"/>
              </a:ext>
            </a:extLst>
          </p:cNvPr>
          <p:cNvSpPr/>
          <p:nvPr/>
        </p:nvSpPr>
        <p:spPr>
          <a:xfrm>
            <a:off x="8838292" y="1721044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913E5D-A07C-45CF-9FA8-45ADA40E7E45}"/>
              </a:ext>
            </a:extLst>
          </p:cNvPr>
          <p:cNvSpPr/>
          <p:nvPr/>
        </p:nvSpPr>
        <p:spPr>
          <a:xfrm>
            <a:off x="8818838" y="2156291"/>
            <a:ext cx="489193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5"/>
              </a:spcBef>
            </a:pP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7952A9A-69EB-4BCF-9B72-F7C4FE17DC73}"/>
              </a:ext>
            </a:extLst>
          </p:cNvPr>
          <p:cNvSpPr/>
          <p:nvPr/>
        </p:nvSpPr>
        <p:spPr>
          <a:xfrm>
            <a:off x="9550503" y="1965373"/>
            <a:ext cx="2051865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+ 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0 </a:t>
            </a:r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0</a:t>
            </a:r>
            <a:endParaRPr lang="en-US" altLang="zh-CN" sz="2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379B89-86AC-41B8-A1BA-65E1175B99E6}"/>
              </a:ext>
            </a:extLst>
          </p:cNvPr>
          <p:cNvSpPr/>
          <p:nvPr/>
        </p:nvSpPr>
        <p:spPr>
          <a:xfrm>
            <a:off x="4356752" y="1571412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278CA4-D0E1-4255-B0FB-09EF23A1B6B1}"/>
              </a:ext>
            </a:extLst>
          </p:cNvPr>
          <p:cNvSpPr/>
          <p:nvPr/>
        </p:nvSpPr>
        <p:spPr>
          <a:xfrm>
            <a:off x="4348897" y="1818079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B01E2A-E8C9-4A71-8426-29C6639F5F4F}"/>
              </a:ext>
            </a:extLst>
          </p:cNvPr>
          <p:cNvSpPr/>
          <p:nvPr/>
        </p:nvSpPr>
        <p:spPr>
          <a:xfrm>
            <a:off x="4351469" y="2073077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BA82E1-9E5B-4B99-B2AC-3B0104092181}"/>
              </a:ext>
            </a:extLst>
          </p:cNvPr>
          <p:cNvSpPr/>
          <p:nvPr/>
        </p:nvSpPr>
        <p:spPr>
          <a:xfrm>
            <a:off x="4364177" y="2319744"/>
            <a:ext cx="567012" cy="329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θ</a:t>
            </a:r>
            <a:r>
              <a:rPr lang="en-US" altLang="zh-CN" sz="20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25" name="双括号 24">
            <a:extLst>
              <a:ext uri="{FF2B5EF4-FFF2-40B4-BE49-F238E27FC236}">
                <a16:creationId xmlns:a16="http://schemas.microsoft.com/office/drawing/2014/main" id="{D05A58E5-D607-4F96-AA52-5C3E5731D14E}"/>
              </a:ext>
            </a:extLst>
          </p:cNvPr>
          <p:cNvSpPr/>
          <p:nvPr/>
        </p:nvSpPr>
        <p:spPr>
          <a:xfrm>
            <a:off x="3121152" y="3872591"/>
            <a:ext cx="1794757" cy="1540657"/>
          </a:xfrm>
          <a:prstGeom prst="bracket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31C418-3DA5-40BC-B52D-2375ADFEB7CF}"/>
              </a:ext>
            </a:extLst>
          </p:cNvPr>
          <p:cNvSpPr/>
          <p:nvPr/>
        </p:nvSpPr>
        <p:spPr>
          <a:xfrm>
            <a:off x="3243071" y="3924168"/>
            <a:ext cx="1488721" cy="396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153441.510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EDC816-7241-4380-91E5-6FD2B504CB96}"/>
              </a:ext>
            </a:extLst>
          </p:cNvPr>
          <p:cNvSpPr/>
          <p:nvPr/>
        </p:nvSpPr>
        <p:spPr>
          <a:xfrm>
            <a:off x="3243071" y="4280355"/>
            <a:ext cx="1488721" cy="396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101145.550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F0B733C-3B47-4B3A-B125-6D1B4AA10349}"/>
              </a:ext>
            </a:extLst>
          </p:cNvPr>
          <p:cNvSpPr/>
          <p:nvPr/>
        </p:nvSpPr>
        <p:spPr>
          <a:xfrm>
            <a:off x="3243070" y="4596855"/>
            <a:ext cx="1488721" cy="396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407934.540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0A24565-DEF3-4887-8274-CF9795655247}"/>
              </a:ext>
            </a:extLst>
          </p:cNvPr>
          <p:cNvSpPr/>
          <p:nvPr/>
        </p:nvSpPr>
        <p:spPr>
          <a:xfrm>
            <a:off x="3274169" y="4908067"/>
            <a:ext cx="1488721" cy="396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Florida</a:t>
            </a:r>
            <a:endParaRPr lang="en-US" altLang="zh-CN" sz="20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711376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90</Words>
  <Application>Microsoft Office PowerPoint</Application>
  <PresentationFormat>宽屏</PresentationFormat>
  <Paragraphs>73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Adobe 宋体 Std L</vt:lpstr>
      <vt:lpstr>等线</vt:lpstr>
      <vt:lpstr>等线 Light</vt:lpstr>
      <vt:lpstr>黑体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峰</dc:creator>
  <cp:lastModifiedBy>郭 峰</cp:lastModifiedBy>
  <cp:revision>5</cp:revision>
  <dcterms:created xsi:type="dcterms:W3CDTF">2021-01-06T11:01:39Z</dcterms:created>
  <dcterms:modified xsi:type="dcterms:W3CDTF">2021-03-22T10:22:39Z</dcterms:modified>
</cp:coreProperties>
</file>